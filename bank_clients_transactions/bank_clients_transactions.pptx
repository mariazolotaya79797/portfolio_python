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67" r:id="rId5"/>
    <p:sldId id="259" r:id="rId6"/>
    <p:sldId id="275" r:id="rId7"/>
    <p:sldId id="260" r:id="rId8"/>
    <p:sldId id="269" r:id="rId9"/>
    <p:sldId id="262" r:id="rId10"/>
    <p:sldId id="270" r:id="rId11"/>
    <p:sldId id="261" r:id="rId12"/>
    <p:sldId id="271" r:id="rId13"/>
    <p:sldId id="264" r:id="rId14"/>
    <p:sldId id="281" r:id="rId15"/>
    <p:sldId id="265" r:id="rId16"/>
    <p:sldId id="282" r:id="rId17"/>
    <p:sldId id="266" r:id="rId18"/>
    <p:sldId id="283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99"/>
    <a:srgbClr val="CCFFCC"/>
    <a:srgbClr val="006666"/>
    <a:srgbClr val="0000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lotay79@gmail.com" userId="53193becbddd9fea" providerId="LiveId" clId="{D8809C54-A508-4DCA-B7F9-B55381D708C1}"/>
    <pc:docChg chg="undo custSel addSld delSld modSld sldOrd">
      <pc:chgData name="zolotay79@gmail.com" userId="53193becbddd9fea" providerId="LiveId" clId="{D8809C54-A508-4DCA-B7F9-B55381D708C1}" dt="2026-02-19T18:19:18.686" v="700" actId="114"/>
      <pc:docMkLst>
        <pc:docMk/>
      </pc:docMkLst>
      <pc:sldChg chg="modSp mod">
        <pc:chgData name="zolotay79@gmail.com" userId="53193becbddd9fea" providerId="LiveId" clId="{D8809C54-A508-4DCA-B7F9-B55381D708C1}" dt="2026-02-19T18:19:18.686" v="700" actId="114"/>
        <pc:sldMkLst>
          <pc:docMk/>
          <pc:sldMk cId="324542823" sldId="256"/>
        </pc:sldMkLst>
        <pc:spChg chg="mod">
          <ac:chgData name="zolotay79@gmail.com" userId="53193becbddd9fea" providerId="LiveId" clId="{D8809C54-A508-4DCA-B7F9-B55381D708C1}" dt="2026-02-19T18:19:06.642" v="699" actId="255"/>
          <ac:spMkLst>
            <pc:docMk/>
            <pc:sldMk cId="324542823" sldId="256"/>
            <ac:spMk id="6" creationId="{C6FF6888-995C-8A36-560D-4D1155EFC2D1}"/>
          </ac:spMkLst>
        </pc:spChg>
        <pc:spChg chg="mod">
          <ac:chgData name="zolotay79@gmail.com" userId="53193becbddd9fea" providerId="LiveId" clId="{D8809C54-A508-4DCA-B7F9-B55381D708C1}" dt="2026-02-19T18:19:18.686" v="700" actId="114"/>
          <ac:spMkLst>
            <pc:docMk/>
            <pc:sldMk cId="324542823" sldId="256"/>
            <ac:spMk id="7" creationId="{04A3EC20-07DB-9290-FB17-F44FA6CEBA53}"/>
          </ac:spMkLst>
        </pc:spChg>
      </pc:sldChg>
      <pc:sldChg chg="addSp modSp mod ord">
        <pc:chgData name="zolotay79@gmail.com" userId="53193becbddd9fea" providerId="LiveId" clId="{D8809C54-A508-4DCA-B7F9-B55381D708C1}" dt="2026-02-19T17:41:23.462" v="404" actId="255"/>
        <pc:sldMkLst>
          <pc:docMk/>
          <pc:sldMk cId="1776661417" sldId="257"/>
        </pc:sldMkLst>
        <pc:spChg chg="add mod">
          <ac:chgData name="zolotay79@gmail.com" userId="53193becbddd9fea" providerId="LiveId" clId="{D8809C54-A508-4DCA-B7F9-B55381D708C1}" dt="2026-02-19T12:48:30.018" v="7" actId="14100"/>
          <ac:spMkLst>
            <pc:docMk/>
            <pc:sldMk cId="1776661417" sldId="257"/>
            <ac:spMk id="2" creationId="{68957F62-262B-3F69-7704-1BBE6394EDF8}"/>
          </ac:spMkLst>
        </pc:spChg>
        <pc:spChg chg="add mod">
          <ac:chgData name="zolotay79@gmail.com" userId="53193becbddd9fea" providerId="LiveId" clId="{D8809C54-A508-4DCA-B7F9-B55381D708C1}" dt="2026-02-19T17:41:23.462" v="404" actId="255"/>
          <ac:spMkLst>
            <pc:docMk/>
            <pc:sldMk cId="1776661417" sldId="257"/>
            <ac:spMk id="3" creationId="{1BD9A4B7-3168-5EF3-97BD-8383B970FC76}"/>
          </ac:spMkLst>
        </pc:spChg>
        <pc:picChg chg="add mod">
          <ac:chgData name="zolotay79@gmail.com" userId="53193becbddd9fea" providerId="LiveId" clId="{D8809C54-A508-4DCA-B7F9-B55381D708C1}" dt="2026-02-19T17:07:17.089" v="215" actId="1076"/>
          <ac:picMkLst>
            <pc:docMk/>
            <pc:sldMk cId="1776661417" sldId="257"/>
            <ac:picMk id="1026" creationId="{2AE5AD74-1F70-85F6-2BC2-BE3A57FC2394}"/>
          </ac:picMkLst>
        </pc:picChg>
      </pc:sldChg>
      <pc:sldChg chg="addSp delSp modSp del mod ord">
        <pc:chgData name="zolotay79@gmail.com" userId="53193becbddd9fea" providerId="LiveId" clId="{D8809C54-A508-4DCA-B7F9-B55381D708C1}" dt="2026-02-19T16:13:49.225" v="208" actId="2696"/>
        <pc:sldMkLst>
          <pc:docMk/>
          <pc:sldMk cId="4040412057" sldId="258"/>
        </pc:sldMkLst>
        <pc:picChg chg="add mod">
          <ac:chgData name="zolotay79@gmail.com" userId="53193becbddd9fea" providerId="LiveId" clId="{D8809C54-A508-4DCA-B7F9-B55381D708C1}" dt="2026-02-19T12:55:10.767" v="44" actId="14100"/>
          <ac:picMkLst>
            <pc:docMk/>
            <pc:sldMk cId="4040412057" sldId="258"/>
            <ac:picMk id="3" creationId="{477B6D0D-2D66-C9CE-4372-EF71CA3497F3}"/>
          </ac:picMkLst>
        </pc:picChg>
        <pc:picChg chg="add mod modCrop">
          <ac:chgData name="zolotay79@gmail.com" userId="53193becbddd9fea" providerId="LiveId" clId="{D8809C54-A508-4DCA-B7F9-B55381D708C1}" dt="2026-02-19T12:55:04.799" v="43" actId="14100"/>
          <ac:picMkLst>
            <pc:docMk/>
            <pc:sldMk cId="4040412057" sldId="258"/>
            <ac:picMk id="5" creationId="{A6DFB3A4-C93B-8412-4D0D-9D68C096FAAC}"/>
          </ac:picMkLst>
        </pc:picChg>
        <pc:picChg chg="add mod">
          <ac:chgData name="zolotay79@gmail.com" userId="53193becbddd9fea" providerId="LiveId" clId="{D8809C54-A508-4DCA-B7F9-B55381D708C1}" dt="2026-02-19T12:55:00.530" v="42" actId="14100"/>
          <ac:picMkLst>
            <pc:docMk/>
            <pc:sldMk cId="4040412057" sldId="258"/>
            <ac:picMk id="7" creationId="{74B93F2B-BBA0-B709-AC44-B6C527678DB1}"/>
          </ac:picMkLst>
        </pc:picChg>
        <pc:picChg chg="add mod">
          <ac:chgData name="zolotay79@gmail.com" userId="53193becbddd9fea" providerId="LiveId" clId="{D8809C54-A508-4DCA-B7F9-B55381D708C1}" dt="2026-02-19T12:55:54.378" v="48" actId="14100"/>
          <ac:picMkLst>
            <pc:docMk/>
            <pc:sldMk cId="4040412057" sldId="258"/>
            <ac:picMk id="9" creationId="{FC8EB50D-3C1D-3CC5-75F7-D28F80EDD58F}"/>
          </ac:picMkLst>
        </pc:picChg>
        <pc:picChg chg="add del mod">
          <ac:chgData name="zolotay79@gmail.com" userId="53193becbddd9fea" providerId="LiveId" clId="{D8809C54-A508-4DCA-B7F9-B55381D708C1}" dt="2026-02-19T12:58:30.964" v="53" actId="478"/>
          <ac:picMkLst>
            <pc:docMk/>
            <pc:sldMk cId="4040412057" sldId="258"/>
            <ac:picMk id="11" creationId="{AAFFB979-F86C-A8B1-1FE7-E4C12E48AF3C}"/>
          </ac:picMkLst>
        </pc:picChg>
        <pc:picChg chg="add del mod">
          <ac:chgData name="zolotay79@gmail.com" userId="53193becbddd9fea" providerId="LiveId" clId="{D8809C54-A508-4DCA-B7F9-B55381D708C1}" dt="2026-02-19T13:15:56.639" v="80" actId="478"/>
          <ac:picMkLst>
            <pc:docMk/>
            <pc:sldMk cId="4040412057" sldId="258"/>
            <ac:picMk id="13" creationId="{78EF6DCD-5AC2-4070-233E-A99BE17552A7}"/>
          </ac:picMkLst>
        </pc:picChg>
        <pc:picChg chg="add mod">
          <ac:chgData name="zolotay79@gmail.com" userId="53193becbddd9fea" providerId="LiveId" clId="{D8809C54-A508-4DCA-B7F9-B55381D708C1}" dt="2026-02-19T13:16:31.312" v="90" actId="14100"/>
          <ac:picMkLst>
            <pc:docMk/>
            <pc:sldMk cId="4040412057" sldId="258"/>
            <ac:picMk id="15" creationId="{D3C95F63-156D-F22C-D2BE-AF8BF7EB29C1}"/>
          </ac:picMkLst>
        </pc:picChg>
        <pc:picChg chg="add mod">
          <ac:chgData name="zolotay79@gmail.com" userId="53193becbddd9fea" providerId="LiveId" clId="{D8809C54-A508-4DCA-B7F9-B55381D708C1}" dt="2026-02-19T13:16:27.306" v="89" actId="14100"/>
          <ac:picMkLst>
            <pc:docMk/>
            <pc:sldMk cId="4040412057" sldId="258"/>
            <ac:picMk id="17" creationId="{215BA728-004C-7D7D-46F8-D62E00869334}"/>
          </ac:picMkLst>
        </pc:picChg>
      </pc:sldChg>
      <pc:sldChg chg="addSp delSp modSp mod">
        <pc:chgData name="zolotay79@gmail.com" userId="53193becbddd9fea" providerId="LiveId" clId="{D8809C54-A508-4DCA-B7F9-B55381D708C1}" dt="2026-02-19T17:46:51.260" v="464" actId="20577"/>
        <pc:sldMkLst>
          <pc:docMk/>
          <pc:sldMk cId="508669269" sldId="259"/>
        </pc:sldMkLst>
        <pc:spChg chg="add mod">
          <ac:chgData name="zolotay79@gmail.com" userId="53193becbddd9fea" providerId="LiveId" clId="{D8809C54-A508-4DCA-B7F9-B55381D708C1}" dt="2026-02-19T17:46:51.260" v="464" actId="20577"/>
          <ac:spMkLst>
            <pc:docMk/>
            <pc:sldMk cId="508669269" sldId="259"/>
            <ac:spMk id="2" creationId="{C670C089-A146-AA4F-E9F5-EBBD2FBE94AF}"/>
          </ac:spMkLst>
        </pc:spChg>
        <pc:picChg chg="add del mod">
          <ac:chgData name="zolotay79@gmail.com" userId="53193becbddd9fea" providerId="LiveId" clId="{D8809C54-A508-4DCA-B7F9-B55381D708C1}" dt="2026-02-19T15:57:39.726" v="193" actId="478"/>
          <ac:picMkLst>
            <pc:docMk/>
            <pc:sldMk cId="508669269" sldId="259"/>
            <ac:picMk id="2050" creationId="{0F16CC63-6D82-5248-01C2-6741E5C64F47}"/>
          </ac:picMkLst>
        </pc:picChg>
        <pc:picChg chg="add mod">
          <ac:chgData name="zolotay79@gmail.com" userId="53193becbddd9fea" providerId="LiveId" clId="{D8809C54-A508-4DCA-B7F9-B55381D708C1}" dt="2026-02-19T15:57:45.127" v="195" actId="1076"/>
          <ac:picMkLst>
            <pc:docMk/>
            <pc:sldMk cId="508669269" sldId="259"/>
            <ac:picMk id="2052" creationId="{3DBAF9B5-F53B-6430-28C1-DBD597A87220}"/>
          </ac:picMkLst>
        </pc:picChg>
      </pc:sldChg>
      <pc:sldChg chg="addSp modSp new mod">
        <pc:chgData name="zolotay79@gmail.com" userId="53193becbddd9fea" providerId="LiveId" clId="{D8809C54-A508-4DCA-B7F9-B55381D708C1}" dt="2026-02-19T17:47:25.039" v="478" actId="20577"/>
        <pc:sldMkLst>
          <pc:docMk/>
          <pc:sldMk cId="1008233294" sldId="260"/>
        </pc:sldMkLst>
        <pc:spChg chg="add mod">
          <ac:chgData name="zolotay79@gmail.com" userId="53193becbddd9fea" providerId="LiveId" clId="{D8809C54-A508-4DCA-B7F9-B55381D708C1}" dt="2026-02-19T17:47:25.039" v="478" actId="20577"/>
          <ac:spMkLst>
            <pc:docMk/>
            <pc:sldMk cId="1008233294" sldId="260"/>
            <ac:spMk id="2" creationId="{F9C165D9-804E-AC6B-6C2A-4E1A465A0FBB}"/>
          </ac:spMkLst>
        </pc:spChg>
        <pc:picChg chg="add mod">
          <ac:chgData name="zolotay79@gmail.com" userId="53193becbddd9fea" providerId="LiveId" clId="{D8809C54-A508-4DCA-B7F9-B55381D708C1}" dt="2026-02-19T13:18:16.743" v="115" actId="1076"/>
          <ac:picMkLst>
            <pc:docMk/>
            <pc:sldMk cId="1008233294" sldId="260"/>
            <ac:picMk id="3074" creationId="{DBB087AC-82A6-6390-F677-F77C13A97869}"/>
          </ac:picMkLst>
        </pc:picChg>
      </pc:sldChg>
      <pc:sldChg chg="addSp modSp new mod ord">
        <pc:chgData name="zolotay79@gmail.com" userId="53193becbddd9fea" providerId="LiveId" clId="{D8809C54-A508-4DCA-B7F9-B55381D708C1}" dt="2026-02-19T18:16:12.412" v="698" actId="2085"/>
        <pc:sldMkLst>
          <pc:docMk/>
          <pc:sldMk cId="2198920117" sldId="261"/>
        </pc:sldMkLst>
        <pc:spChg chg="add mod">
          <ac:chgData name="zolotay79@gmail.com" userId="53193becbddd9fea" providerId="LiveId" clId="{D8809C54-A508-4DCA-B7F9-B55381D708C1}" dt="2026-02-19T18:16:12.412" v="698" actId="2085"/>
          <ac:spMkLst>
            <pc:docMk/>
            <pc:sldMk cId="2198920117" sldId="261"/>
            <ac:spMk id="2" creationId="{0B933E1C-CCA7-F2FC-9E22-7E9E83046E5A}"/>
          </ac:spMkLst>
        </pc:spChg>
        <pc:picChg chg="add mod">
          <ac:chgData name="zolotay79@gmail.com" userId="53193becbddd9fea" providerId="LiveId" clId="{D8809C54-A508-4DCA-B7F9-B55381D708C1}" dt="2026-02-19T13:29:48.864" v="161" actId="1076"/>
          <ac:picMkLst>
            <pc:docMk/>
            <pc:sldMk cId="2198920117" sldId="261"/>
            <ac:picMk id="5122" creationId="{A5B74141-1943-9A34-BB7B-5624298A414D}"/>
          </ac:picMkLst>
        </pc:picChg>
      </pc:sldChg>
      <pc:sldChg chg="addSp modSp new mod">
        <pc:chgData name="zolotay79@gmail.com" userId="53193becbddd9fea" providerId="LiveId" clId="{D8809C54-A508-4DCA-B7F9-B55381D708C1}" dt="2026-02-19T17:51:05.295" v="526" actId="2085"/>
        <pc:sldMkLst>
          <pc:docMk/>
          <pc:sldMk cId="3946066156" sldId="262"/>
        </pc:sldMkLst>
        <pc:spChg chg="add mod">
          <ac:chgData name="zolotay79@gmail.com" userId="53193becbddd9fea" providerId="LiveId" clId="{D8809C54-A508-4DCA-B7F9-B55381D708C1}" dt="2026-02-19T17:51:05.295" v="526" actId="2085"/>
          <ac:spMkLst>
            <pc:docMk/>
            <pc:sldMk cId="3946066156" sldId="262"/>
            <ac:spMk id="2" creationId="{CD17E41D-4A6C-C99C-B4E9-EF836FFEDFB7}"/>
          </ac:spMkLst>
        </pc:spChg>
        <pc:picChg chg="add mod">
          <ac:chgData name="zolotay79@gmail.com" userId="53193becbddd9fea" providerId="LiveId" clId="{D8809C54-A508-4DCA-B7F9-B55381D708C1}" dt="2026-02-19T13:26:01.929" v="136" actId="1076"/>
          <ac:picMkLst>
            <pc:docMk/>
            <pc:sldMk cId="3946066156" sldId="262"/>
            <ac:picMk id="4098" creationId="{1B99EDFF-BA51-071A-4FE5-4535A16CB10F}"/>
          </ac:picMkLst>
        </pc:picChg>
      </pc:sldChg>
      <pc:sldChg chg="addSp modSp new del">
        <pc:chgData name="zolotay79@gmail.com" userId="53193becbddd9fea" providerId="LiveId" clId="{D8809C54-A508-4DCA-B7F9-B55381D708C1}" dt="2026-02-19T13:39:57.712" v="183" actId="47"/>
        <pc:sldMkLst>
          <pc:docMk/>
          <pc:sldMk cId="579201781" sldId="263"/>
        </pc:sldMkLst>
        <pc:picChg chg="add mod">
          <ac:chgData name="zolotay79@gmail.com" userId="53193becbddd9fea" providerId="LiveId" clId="{D8809C54-A508-4DCA-B7F9-B55381D708C1}" dt="2026-02-19T13:08:49.591" v="69"/>
          <ac:picMkLst>
            <pc:docMk/>
            <pc:sldMk cId="579201781" sldId="263"/>
            <ac:picMk id="6146" creationId="{43360321-8952-1BA1-404D-6381F3E9A4C0}"/>
          </ac:picMkLst>
        </pc:picChg>
      </pc:sldChg>
      <pc:sldChg chg="addSp delSp modSp new mod">
        <pc:chgData name="zolotay79@gmail.com" userId="53193becbddd9fea" providerId="LiveId" clId="{D8809C54-A508-4DCA-B7F9-B55381D708C1}" dt="2026-02-19T18:01:49.965" v="607" actId="2085"/>
        <pc:sldMkLst>
          <pc:docMk/>
          <pc:sldMk cId="2127034269" sldId="264"/>
        </pc:sldMkLst>
        <pc:spChg chg="add mod">
          <ac:chgData name="zolotay79@gmail.com" userId="53193becbddd9fea" providerId="LiveId" clId="{D8809C54-A508-4DCA-B7F9-B55381D708C1}" dt="2026-02-19T18:01:49.965" v="607" actId="2085"/>
          <ac:spMkLst>
            <pc:docMk/>
            <pc:sldMk cId="2127034269" sldId="264"/>
            <ac:spMk id="2" creationId="{FC062FBD-3A3A-EAF7-4B74-BAE845F6AF46}"/>
          </ac:spMkLst>
        </pc:spChg>
        <pc:picChg chg="add del mod">
          <ac:chgData name="zolotay79@gmail.com" userId="53193becbddd9fea" providerId="LiveId" clId="{D8809C54-A508-4DCA-B7F9-B55381D708C1}" dt="2026-02-19T16:03:47.982" v="197" actId="478"/>
          <ac:picMkLst>
            <pc:docMk/>
            <pc:sldMk cId="2127034269" sldId="264"/>
            <ac:picMk id="7170" creationId="{5F348363-1953-5FC0-6F8E-D70D7BCEE9AA}"/>
          </ac:picMkLst>
        </pc:picChg>
        <pc:picChg chg="add mod">
          <ac:chgData name="zolotay79@gmail.com" userId="53193becbddd9fea" providerId="LiveId" clId="{D8809C54-A508-4DCA-B7F9-B55381D708C1}" dt="2026-02-19T17:59:30.170" v="583" actId="14100"/>
          <ac:picMkLst>
            <pc:docMk/>
            <pc:sldMk cId="2127034269" sldId="264"/>
            <ac:picMk id="7172" creationId="{3A40510A-719F-0E65-3059-E6276E922423}"/>
          </ac:picMkLst>
        </pc:picChg>
      </pc:sldChg>
      <pc:sldChg chg="addSp modSp new mod">
        <pc:chgData name="zolotay79@gmail.com" userId="53193becbddd9fea" providerId="LiveId" clId="{D8809C54-A508-4DCA-B7F9-B55381D708C1}" dt="2026-02-19T18:08:20.138" v="635" actId="114"/>
        <pc:sldMkLst>
          <pc:docMk/>
          <pc:sldMk cId="3917114534" sldId="265"/>
        </pc:sldMkLst>
        <pc:spChg chg="add mod">
          <ac:chgData name="zolotay79@gmail.com" userId="53193becbddd9fea" providerId="LiveId" clId="{D8809C54-A508-4DCA-B7F9-B55381D708C1}" dt="2026-02-19T18:08:20.138" v="635" actId="114"/>
          <ac:spMkLst>
            <pc:docMk/>
            <pc:sldMk cId="3917114534" sldId="265"/>
            <ac:spMk id="2" creationId="{10FE216A-97DA-9DF1-68DD-1FE6651A2CDE}"/>
          </ac:spMkLst>
        </pc:spChg>
        <pc:picChg chg="add mod">
          <ac:chgData name="zolotay79@gmail.com" userId="53193becbddd9fea" providerId="LiveId" clId="{D8809C54-A508-4DCA-B7F9-B55381D708C1}" dt="2026-02-19T16:10:52.937" v="205" actId="1076"/>
          <ac:picMkLst>
            <pc:docMk/>
            <pc:sldMk cId="3917114534" sldId="265"/>
            <ac:picMk id="8194" creationId="{BBFB585F-2895-64FB-2117-9DA623431E9F}"/>
          </ac:picMkLst>
        </pc:picChg>
      </pc:sldChg>
      <pc:sldChg chg="addSp modSp new mod">
        <pc:chgData name="zolotay79@gmail.com" userId="53193becbddd9fea" providerId="LiveId" clId="{D8809C54-A508-4DCA-B7F9-B55381D708C1}" dt="2026-02-19T18:13:49.188" v="686" actId="2085"/>
        <pc:sldMkLst>
          <pc:docMk/>
          <pc:sldMk cId="584502637" sldId="266"/>
        </pc:sldMkLst>
        <pc:spChg chg="add mod">
          <ac:chgData name="zolotay79@gmail.com" userId="53193becbddd9fea" providerId="LiveId" clId="{D8809C54-A508-4DCA-B7F9-B55381D708C1}" dt="2026-02-19T18:13:49.188" v="686" actId="2085"/>
          <ac:spMkLst>
            <pc:docMk/>
            <pc:sldMk cId="584502637" sldId="266"/>
            <ac:spMk id="2" creationId="{D1237E05-7D28-1252-CE56-6D08F9AEA29D}"/>
          </ac:spMkLst>
        </pc:spChg>
        <pc:picChg chg="add mod">
          <ac:chgData name="zolotay79@gmail.com" userId="53193becbddd9fea" providerId="LiveId" clId="{D8809C54-A508-4DCA-B7F9-B55381D708C1}" dt="2026-02-19T17:04:21.250" v="212" actId="1076"/>
          <ac:picMkLst>
            <pc:docMk/>
            <pc:sldMk cId="584502637" sldId="266"/>
            <ac:picMk id="9218" creationId="{80518BF8-CF81-8FB4-0E47-A3932CA23929}"/>
          </ac:picMkLst>
        </pc:picChg>
      </pc:sldChg>
      <pc:sldChg chg="addSp delSp modSp new mod">
        <pc:chgData name="zolotay79@gmail.com" userId="53193becbddd9fea" providerId="LiveId" clId="{D8809C54-A508-4DCA-B7F9-B55381D708C1}" dt="2026-02-19T17:46:41.362" v="458" actId="20577"/>
        <pc:sldMkLst>
          <pc:docMk/>
          <pc:sldMk cId="4118910271" sldId="267"/>
        </pc:sldMkLst>
        <pc:spChg chg="add mod">
          <ac:chgData name="zolotay79@gmail.com" userId="53193becbddd9fea" providerId="LiveId" clId="{D8809C54-A508-4DCA-B7F9-B55381D708C1}" dt="2026-02-19T17:46:41.362" v="458" actId="20577"/>
          <ac:spMkLst>
            <pc:docMk/>
            <pc:sldMk cId="4118910271" sldId="267"/>
            <ac:spMk id="14" creationId="{C31CFE2C-63C5-51A0-DABB-363C42A5D85A}"/>
          </ac:spMkLst>
        </pc:spChg>
        <pc:picChg chg="add del mod">
          <ac:chgData name="zolotay79@gmail.com" userId="53193becbddd9fea" providerId="LiveId" clId="{D8809C54-A508-4DCA-B7F9-B55381D708C1}" dt="2026-02-19T17:26:17.257" v="314" actId="478"/>
          <ac:picMkLst>
            <pc:docMk/>
            <pc:sldMk cId="4118910271" sldId="267"/>
            <ac:picMk id="3" creationId="{73545FD8-B55C-6428-D930-BF1730721BB4}"/>
          </ac:picMkLst>
        </pc:picChg>
        <pc:picChg chg="add del mod">
          <ac:chgData name="zolotay79@gmail.com" userId="53193becbddd9fea" providerId="LiveId" clId="{D8809C54-A508-4DCA-B7F9-B55381D708C1}" dt="2026-02-19T17:26:18.361" v="315" actId="478"/>
          <ac:picMkLst>
            <pc:docMk/>
            <pc:sldMk cId="4118910271" sldId="267"/>
            <ac:picMk id="5" creationId="{31CE9A30-CDD6-EB73-2CAB-18E9594F4198}"/>
          </ac:picMkLst>
        </pc:picChg>
        <pc:picChg chg="add del mod">
          <ac:chgData name="zolotay79@gmail.com" userId="53193becbddd9fea" providerId="LiveId" clId="{D8809C54-A508-4DCA-B7F9-B55381D708C1}" dt="2026-02-19T17:26:20.005" v="317" actId="478"/>
          <ac:picMkLst>
            <pc:docMk/>
            <pc:sldMk cId="4118910271" sldId="267"/>
            <ac:picMk id="7" creationId="{D925A1DE-C66C-A6DE-A742-6B4BC55F41E7}"/>
          </ac:picMkLst>
        </pc:picChg>
        <pc:picChg chg="add del mod">
          <ac:chgData name="zolotay79@gmail.com" userId="53193becbddd9fea" providerId="LiveId" clId="{D8809C54-A508-4DCA-B7F9-B55381D708C1}" dt="2026-02-19T17:26:19.191" v="316" actId="478"/>
          <ac:picMkLst>
            <pc:docMk/>
            <pc:sldMk cId="4118910271" sldId="267"/>
            <ac:picMk id="9" creationId="{197B1F92-6342-DA7F-94AD-1CCCE39B4F08}"/>
          </ac:picMkLst>
        </pc:picChg>
        <pc:picChg chg="add mod">
          <ac:chgData name="zolotay79@gmail.com" userId="53193becbddd9fea" providerId="LiveId" clId="{D8809C54-A508-4DCA-B7F9-B55381D708C1}" dt="2026-02-19T17:38:02.224" v="380" actId="1076"/>
          <ac:picMkLst>
            <pc:docMk/>
            <pc:sldMk cId="4118910271" sldId="267"/>
            <ac:picMk id="11" creationId="{A8396696-3106-1FDF-D894-0685FD7CC158}"/>
          </ac:picMkLst>
        </pc:picChg>
        <pc:picChg chg="add mod">
          <ac:chgData name="zolotay79@gmail.com" userId="53193becbddd9fea" providerId="LiveId" clId="{D8809C54-A508-4DCA-B7F9-B55381D708C1}" dt="2026-02-19T17:37:52.547" v="379" actId="1076"/>
          <ac:picMkLst>
            <pc:docMk/>
            <pc:sldMk cId="4118910271" sldId="267"/>
            <ac:picMk id="13" creationId="{93E735FE-D5F6-0ABF-746C-D79841EF2D91}"/>
          </ac:picMkLst>
        </pc:picChg>
      </pc:sldChg>
      <pc:sldChg chg="addSp modSp new del mod">
        <pc:chgData name="zolotay79@gmail.com" userId="53193becbddd9fea" providerId="LiveId" clId="{D8809C54-A508-4DCA-B7F9-B55381D708C1}" dt="2026-02-19T17:38:23.223" v="383" actId="47"/>
        <pc:sldMkLst>
          <pc:docMk/>
          <pc:sldMk cId="2184885696" sldId="268"/>
        </pc:sldMkLst>
        <pc:picChg chg="add mod">
          <ac:chgData name="zolotay79@gmail.com" userId="53193becbddd9fea" providerId="LiveId" clId="{D8809C54-A508-4DCA-B7F9-B55381D708C1}" dt="2026-02-19T13:21:39.259" v="122" actId="14100"/>
          <ac:picMkLst>
            <pc:docMk/>
            <pc:sldMk cId="2184885696" sldId="268"/>
            <ac:picMk id="3" creationId="{4BFF97FC-6BB9-AE42-485D-931B11ED1E4C}"/>
          </ac:picMkLst>
        </pc:picChg>
        <pc:picChg chg="add mod">
          <ac:chgData name="zolotay79@gmail.com" userId="53193becbddd9fea" providerId="LiveId" clId="{D8809C54-A508-4DCA-B7F9-B55381D708C1}" dt="2026-02-19T13:21:57.500" v="128" actId="14100"/>
          <ac:picMkLst>
            <pc:docMk/>
            <pc:sldMk cId="2184885696" sldId="268"/>
            <ac:picMk id="5" creationId="{97EB5FAA-B5C6-8666-9510-1168365919CD}"/>
          </ac:picMkLst>
        </pc:picChg>
        <pc:picChg chg="add mod">
          <ac:chgData name="zolotay79@gmail.com" userId="53193becbddd9fea" providerId="LiveId" clId="{D8809C54-A508-4DCA-B7F9-B55381D708C1}" dt="2026-02-19T13:22:16.204" v="134" actId="14100"/>
          <ac:picMkLst>
            <pc:docMk/>
            <pc:sldMk cId="2184885696" sldId="268"/>
            <ac:picMk id="7" creationId="{F508394D-9CC5-0B74-8688-E75CF0560601}"/>
          </ac:picMkLst>
        </pc:picChg>
      </pc:sldChg>
      <pc:sldChg chg="addSp delSp modSp new mod">
        <pc:chgData name="zolotay79@gmail.com" userId="53193becbddd9fea" providerId="LiveId" clId="{D8809C54-A508-4DCA-B7F9-B55381D708C1}" dt="2026-02-19T17:51:35.608" v="531" actId="207"/>
        <pc:sldMkLst>
          <pc:docMk/>
          <pc:sldMk cId="3937090530" sldId="269"/>
        </pc:sldMkLst>
        <pc:spChg chg="add mod">
          <ac:chgData name="zolotay79@gmail.com" userId="53193becbddd9fea" providerId="LiveId" clId="{D8809C54-A508-4DCA-B7F9-B55381D708C1}" dt="2026-02-19T17:51:35.608" v="531" actId="207"/>
          <ac:spMkLst>
            <pc:docMk/>
            <pc:sldMk cId="3937090530" sldId="269"/>
            <ac:spMk id="12" creationId="{7C916B95-C657-1E94-CC07-6C26BFD786DC}"/>
          </ac:spMkLst>
        </pc:spChg>
        <pc:picChg chg="add del mod">
          <ac:chgData name="zolotay79@gmail.com" userId="53193becbddd9fea" providerId="LiveId" clId="{D8809C54-A508-4DCA-B7F9-B55381D708C1}" dt="2026-02-19T17:47:57.931" v="479" actId="478"/>
          <ac:picMkLst>
            <pc:docMk/>
            <pc:sldMk cId="3937090530" sldId="269"/>
            <ac:picMk id="3" creationId="{19AEFF2C-39A4-58BE-CDDD-5AEBA6AE420F}"/>
          </ac:picMkLst>
        </pc:picChg>
        <pc:picChg chg="add mod">
          <ac:chgData name="zolotay79@gmail.com" userId="53193becbddd9fea" providerId="LiveId" clId="{D8809C54-A508-4DCA-B7F9-B55381D708C1}" dt="2026-02-19T17:48:40.396" v="485" actId="14100"/>
          <ac:picMkLst>
            <pc:docMk/>
            <pc:sldMk cId="3937090530" sldId="269"/>
            <ac:picMk id="5" creationId="{6078CD4B-EAFF-62F8-80D5-092BD1F74097}"/>
          </ac:picMkLst>
        </pc:picChg>
        <pc:picChg chg="add mod">
          <ac:chgData name="zolotay79@gmail.com" userId="53193becbddd9fea" providerId="LiveId" clId="{D8809C54-A508-4DCA-B7F9-B55381D708C1}" dt="2026-02-19T17:48:45.059" v="486" actId="14100"/>
          <ac:picMkLst>
            <pc:docMk/>
            <pc:sldMk cId="3937090530" sldId="269"/>
            <ac:picMk id="7" creationId="{0C75F3B6-7D59-AB34-052C-77BD0CFE6678}"/>
          </ac:picMkLst>
        </pc:picChg>
        <pc:picChg chg="add mod">
          <ac:chgData name="zolotay79@gmail.com" userId="53193becbddd9fea" providerId="LiveId" clId="{D8809C54-A508-4DCA-B7F9-B55381D708C1}" dt="2026-02-19T17:49:21.497" v="491" actId="14100"/>
          <ac:picMkLst>
            <pc:docMk/>
            <pc:sldMk cId="3937090530" sldId="269"/>
            <ac:picMk id="9" creationId="{3A8113FB-71BD-117D-1D24-23890A55F99B}"/>
          </ac:picMkLst>
        </pc:picChg>
        <pc:picChg chg="add mod">
          <ac:chgData name="zolotay79@gmail.com" userId="53193becbddd9fea" providerId="LiveId" clId="{D8809C54-A508-4DCA-B7F9-B55381D708C1}" dt="2026-02-19T17:49:27.099" v="492" actId="14100"/>
          <ac:picMkLst>
            <pc:docMk/>
            <pc:sldMk cId="3937090530" sldId="269"/>
            <ac:picMk id="11" creationId="{1DCC0B7C-D8E7-F479-0523-AF28E06DDC22}"/>
          </ac:picMkLst>
        </pc:picChg>
      </pc:sldChg>
      <pc:sldChg chg="addSp delSp modSp new mod">
        <pc:chgData name="zolotay79@gmail.com" userId="53193becbddd9fea" providerId="LiveId" clId="{D8809C54-A508-4DCA-B7F9-B55381D708C1}" dt="2026-02-19T17:55:47.943" v="566" actId="115"/>
        <pc:sldMkLst>
          <pc:docMk/>
          <pc:sldMk cId="3514807627" sldId="270"/>
        </pc:sldMkLst>
        <pc:spChg chg="add mod">
          <ac:chgData name="zolotay79@gmail.com" userId="53193becbddd9fea" providerId="LiveId" clId="{D8809C54-A508-4DCA-B7F9-B55381D708C1}" dt="2026-02-19T17:55:47.943" v="566" actId="115"/>
          <ac:spMkLst>
            <pc:docMk/>
            <pc:sldMk cId="3514807627" sldId="270"/>
            <ac:spMk id="12" creationId="{239D326B-75CE-5BBD-2058-2791DBFAF23D}"/>
          </ac:spMkLst>
        </pc:spChg>
        <pc:picChg chg="add mod">
          <ac:chgData name="zolotay79@gmail.com" userId="53193becbddd9fea" providerId="LiveId" clId="{D8809C54-A508-4DCA-B7F9-B55381D708C1}" dt="2026-02-19T17:53:03.192" v="545" actId="14100"/>
          <ac:picMkLst>
            <pc:docMk/>
            <pc:sldMk cId="3514807627" sldId="270"/>
            <ac:picMk id="3" creationId="{709C81B2-9D03-1F47-F627-465725699B40}"/>
          </ac:picMkLst>
        </pc:picChg>
        <pc:picChg chg="add del mod">
          <ac:chgData name="zolotay79@gmail.com" userId="53193becbddd9fea" providerId="LiveId" clId="{D8809C54-A508-4DCA-B7F9-B55381D708C1}" dt="2026-02-19T17:52:28.635" v="537" actId="478"/>
          <ac:picMkLst>
            <pc:docMk/>
            <pc:sldMk cId="3514807627" sldId="270"/>
            <ac:picMk id="5" creationId="{6B7E4F1A-8683-C9B0-BB96-A254A8F3AEB1}"/>
          </ac:picMkLst>
        </pc:picChg>
        <pc:picChg chg="add mod">
          <ac:chgData name="zolotay79@gmail.com" userId="53193becbddd9fea" providerId="LiveId" clId="{D8809C54-A508-4DCA-B7F9-B55381D708C1}" dt="2026-02-19T17:52:58.206" v="544" actId="1076"/>
          <ac:picMkLst>
            <pc:docMk/>
            <pc:sldMk cId="3514807627" sldId="270"/>
            <ac:picMk id="7" creationId="{A59A5454-6088-950D-E7E0-B9CA5A36542F}"/>
          </ac:picMkLst>
        </pc:picChg>
        <pc:picChg chg="add mod">
          <ac:chgData name="zolotay79@gmail.com" userId="53193becbddd9fea" providerId="LiveId" clId="{D8809C54-A508-4DCA-B7F9-B55381D708C1}" dt="2026-02-19T17:52:50.119" v="543" actId="1076"/>
          <ac:picMkLst>
            <pc:docMk/>
            <pc:sldMk cId="3514807627" sldId="270"/>
            <ac:picMk id="9" creationId="{E64452B8-91C9-F5A8-5B98-2A24FA236671}"/>
          </ac:picMkLst>
        </pc:picChg>
        <pc:picChg chg="add del mod">
          <ac:chgData name="zolotay79@gmail.com" userId="53193becbddd9fea" providerId="LiveId" clId="{D8809C54-A508-4DCA-B7F9-B55381D708C1}" dt="2026-02-19T13:39:03.501" v="182" actId="478"/>
          <ac:picMkLst>
            <pc:docMk/>
            <pc:sldMk cId="3514807627" sldId="270"/>
            <ac:picMk id="11" creationId="{23E7950E-98DA-2F04-D8F5-93CC711DD7E0}"/>
          </ac:picMkLst>
        </pc:picChg>
      </pc:sldChg>
      <pc:sldChg chg="addSp modSp new mod ord">
        <pc:chgData name="zolotay79@gmail.com" userId="53193becbddd9fea" providerId="LiveId" clId="{D8809C54-A508-4DCA-B7F9-B55381D708C1}" dt="2026-02-19T18:05:59.130" v="622" actId="2085"/>
        <pc:sldMkLst>
          <pc:docMk/>
          <pc:sldMk cId="3968472681" sldId="271"/>
        </pc:sldMkLst>
        <pc:spChg chg="add mod">
          <ac:chgData name="zolotay79@gmail.com" userId="53193becbddd9fea" providerId="LiveId" clId="{D8809C54-A508-4DCA-B7F9-B55381D708C1}" dt="2026-02-19T18:05:59.130" v="622" actId="2085"/>
          <ac:spMkLst>
            <pc:docMk/>
            <pc:sldMk cId="3968472681" sldId="271"/>
            <ac:spMk id="6" creationId="{B92BB08B-FE1B-7BBA-B8B0-375C1B9AF51B}"/>
          </ac:spMkLst>
        </pc:spChg>
        <pc:picChg chg="add mod">
          <ac:chgData name="zolotay79@gmail.com" userId="53193becbddd9fea" providerId="LiveId" clId="{D8809C54-A508-4DCA-B7F9-B55381D708C1}" dt="2026-02-19T18:04:39.960" v="611" actId="1076"/>
          <ac:picMkLst>
            <pc:docMk/>
            <pc:sldMk cId="3968472681" sldId="271"/>
            <ac:picMk id="3" creationId="{CDA7DA0A-5DA1-9917-8B7A-340B38472B52}"/>
          </ac:picMkLst>
        </pc:picChg>
        <pc:picChg chg="add mod">
          <ac:chgData name="zolotay79@gmail.com" userId="53193becbddd9fea" providerId="LiveId" clId="{D8809C54-A508-4DCA-B7F9-B55381D708C1}" dt="2026-02-19T18:05:03.879" v="615" actId="14100"/>
          <ac:picMkLst>
            <pc:docMk/>
            <pc:sldMk cId="3968472681" sldId="271"/>
            <ac:picMk id="5" creationId="{B945939A-E989-28A2-6C7E-610139D9E372}"/>
          </ac:picMkLst>
        </pc:picChg>
      </pc:sldChg>
      <pc:sldChg chg="addSp modSp new mod">
        <pc:chgData name="zolotay79@gmail.com" userId="53193becbddd9fea" providerId="LiveId" clId="{D8809C54-A508-4DCA-B7F9-B55381D708C1}" dt="2026-02-19T17:30:46.968" v="325" actId="207"/>
        <pc:sldMkLst>
          <pc:docMk/>
          <pc:sldMk cId="1972473321" sldId="272"/>
        </pc:sldMkLst>
        <pc:spChg chg="add mod">
          <ac:chgData name="zolotay79@gmail.com" userId="53193becbddd9fea" providerId="LiveId" clId="{D8809C54-A508-4DCA-B7F9-B55381D708C1}" dt="2026-02-19T17:21:56.061" v="297" actId="207"/>
          <ac:spMkLst>
            <pc:docMk/>
            <pc:sldMk cId="1972473321" sldId="272"/>
            <ac:spMk id="2" creationId="{C66D7263-F88D-2C08-DAB1-3BC56BD84AF0}"/>
          </ac:spMkLst>
        </pc:spChg>
        <pc:spChg chg="add mod">
          <ac:chgData name="zolotay79@gmail.com" userId="53193becbddd9fea" providerId="LiveId" clId="{D8809C54-A508-4DCA-B7F9-B55381D708C1}" dt="2026-02-19T17:21:51.758" v="295" actId="207"/>
          <ac:spMkLst>
            <pc:docMk/>
            <pc:sldMk cId="1972473321" sldId="272"/>
            <ac:spMk id="3" creationId="{6B0952AA-5F44-9232-9CAE-E8424CC57B9B}"/>
          </ac:spMkLst>
        </pc:spChg>
        <pc:spChg chg="add mod">
          <ac:chgData name="zolotay79@gmail.com" userId="53193becbddd9fea" providerId="LiveId" clId="{D8809C54-A508-4DCA-B7F9-B55381D708C1}" dt="2026-02-19T17:21:58.860" v="299" actId="207"/>
          <ac:spMkLst>
            <pc:docMk/>
            <pc:sldMk cId="1972473321" sldId="272"/>
            <ac:spMk id="4" creationId="{EF476A91-8062-5E0A-CE9B-C961DC06FEDC}"/>
          </ac:spMkLst>
        </pc:spChg>
        <pc:spChg chg="add mod">
          <ac:chgData name="zolotay79@gmail.com" userId="53193becbddd9fea" providerId="LiveId" clId="{D8809C54-A508-4DCA-B7F9-B55381D708C1}" dt="2026-02-19T17:30:46.968" v="325" actId="207"/>
          <ac:spMkLst>
            <pc:docMk/>
            <pc:sldMk cId="1972473321" sldId="272"/>
            <ac:spMk id="11" creationId="{F14B6391-1BD6-6B47-1983-826BA63575AE}"/>
          </ac:spMkLst>
        </pc:spChg>
        <pc:picChg chg="add mod">
          <ac:chgData name="zolotay79@gmail.com" userId="53193becbddd9fea" providerId="LiveId" clId="{D8809C54-A508-4DCA-B7F9-B55381D708C1}" dt="2026-02-19T17:20:58.209" v="286" actId="14100"/>
          <ac:picMkLst>
            <pc:docMk/>
            <pc:sldMk cId="1972473321" sldId="272"/>
            <ac:picMk id="6" creationId="{D597B8C4-4CEE-6E33-AC05-CB1409362FBA}"/>
          </ac:picMkLst>
        </pc:picChg>
        <pc:picChg chg="add mod">
          <ac:chgData name="zolotay79@gmail.com" userId="53193becbddd9fea" providerId="LiveId" clId="{D8809C54-A508-4DCA-B7F9-B55381D708C1}" dt="2026-02-19T17:21:21.774" v="289" actId="14100"/>
          <ac:picMkLst>
            <pc:docMk/>
            <pc:sldMk cId="1972473321" sldId="272"/>
            <ac:picMk id="8" creationId="{3568D714-E748-E5D3-340A-DCC3DD654E41}"/>
          </ac:picMkLst>
        </pc:picChg>
        <pc:picChg chg="add mod">
          <ac:chgData name="zolotay79@gmail.com" userId="53193becbddd9fea" providerId="LiveId" clId="{D8809C54-A508-4DCA-B7F9-B55381D708C1}" dt="2026-02-19T17:21:40.580" v="293" actId="14100"/>
          <ac:picMkLst>
            <pc:docMk/>
            <pc:sldMk cId="1972473321" sldId="272"/>
            <ac:picMk id="10" creationId="{8A284E1F-84B8-9F11-625A-6EC81A3C9665}"/>
          </ac:picMkLst>
        </pc:picChg>
      </pc:sldChg>
      <pc:sldChg chg="add del">
        <pc:chgData name="zolotay79@gmail.com" userId="53193becbddd9fea" providerId="LiveId" clId="{D8809C54-A508-4DCA-B7F9-B55381D708C1}" dt="2026-02-19T17:38:07.582" v="381" actId="47"/>
        <pc:sldMkLst>
          <pc:docMk/>
          <pc:sldMk cId="3884728352" sldId="273"/>
        </pc:sldMkLst>
      </pc:sldChg>
      <pc:sldChg chg="add del">
        <pc:chgData name="zolotay79@gmail.com" userId="53193becbddd9fea" providerId="LiveId" clId="{D8809C54-A508-4DCA-B7F9-B55381D708C1}" dt="2026-02-19T17:38:16.314" v="382" actId="47"/>
        <pc:sldMkLst>
          <pc:docMk/>
          <pc:sldMk cId="2469668338" sldId="274"/>
        </pc:sldMkLst>
      </pc:sldChg>
      <pc:sldChg chg="addSp delSp modSp add mod">
        <pc:chgData name="zolotay79@gmail.com" userId="53193becbddd9fea" providerId="LiveId" clId="{D8809C54-A508-4DCA-B7F9-B55381D708C1}" dt="2026-02-19T17:47:15.317" v="472" actId="6549"/>
        <pc:sldMkLst>
          <pc:docMk/>
          <pc:sldMk cId="2908682993" sldId="275"/>
        </pc:sldMkLst>
        <pc:spChg chg="del">
          <ac:chgData name="zolotay79@gmail.com" userId="53193becbddd9fea" providerId="LiveId" clId="{D8809C54-A508-4DCA-B7F9-B55381D708C1}" dt="2026-02-19T17:38:28.830" v="384" actId="478"/>
          <ac:spMkLst>
            <pc:docMk/>
            <pc:sldMk cId="2908682993" sldId="275"/>
            <ac:spMk id="2" creationId="{EB39222F-2DF0-11AF-CD5D-F2794B6EB719}"/>
          </ac:spMkLst>
        </pc:spChg>
        <pc:spChg chg="del">
          <ac:chgData name="zolotay79@gmail.com" userId="53193becbddd9fea" providerId="LiveId" clId="{D8809C54-A508-4DCA-B7F9-B55381D708C1}" dt="2026-02-19T17:38:29.500" v="385" actId="478"/>
          <ac:spMkLst>
            <pc:docMk/>
            <pc:sldMk cId="2908682993" sldId="275"/>
            <ac:spMk id="3" creationId="{8FE50328-6B25-74C3-9FEC-54B8E72A58BD}"/>
          </ac:spMkLst>
        </pc:spChg>
        <pc:spChg chg="del">
          <ac:chgData name="zolotay79@gmail.com" userId="53193becbddd9fea" providerId="LiveId" clId="{D8809C54-A508-4DCA-B7F9-B55381D708C1}" dt="2026-02-19T17:38:30.206" v="386" actId="478"/>
          <ac:spMkLst>
            <pc:docMk/>
            <pc:sldMk cId="2908682993" sldId="275"/>
            <ac:spMk id="4" creationId="{0D897467-404A-2257-8DEF-A1FA55AD3A37}"/>
          </ac:spMkLst>
        </pc:spChg>
        <pc:spChg chg="add mod">
          <ac:chgData name="zolotay79@gmail.com" userId="53193becbddd9fea" providerId="LiveId" clId="{D8809C54-A508-4DCA-B7F9-B55381D708C1}" dt="2026-02-19T17:47:15.317" v="472" actId="6549"/>
          <ac:spMkLst>
            <pc:docMk/>
            <pc:sldMk cId="2908682993" sldId="275"/>
            <ac:spMk id="5" creationId="{1C7AA4AD-85EB-7373-5912-E7C370E3EC2A}"/>
          </ac:spMkLst>
        </pc:spChg>
        <pc:picChg chg="add mod">
          <ac:chgData name="zolotay79@gmail.com" userId="53193becbddd9fea" providerId="LiveId" clId="{D8809C54-A508-4DCA-B7F9-B55381D708C1}" dt="2026-02-19T17:44:51.928" v="450" actId="14100"/>
          <ac:picMkLst>
            <pc:docMk/>
            <pc:sldMk cId="2908682993" sldId="275"/>
            <ac:picMk id="7" creationId="{32C7C499-8C0E-0C09-0F29-1A02E94061FC}"/>
          </ac:picMkLst>
        </pc:picChg>
        <pc:picChg chg="add mod">
          <ac:chgData name="zolotay79@gmail.com" userId="53193becbddd9fea" providerId="LiveId" clId="{D8809C54-A508-4DCA-B7F9-B55381D708C1}" dt="2026-02-19T17:44:43.336" v="448" actId="14100"/>
          <ac:picMkLst>
            <pc:docMk/>
            <pc:sldMk cId="2908682993" sldId="275"/>
            <ac:picMk id="9" creationId="{85F50692-94A2-F9B7-5EBD-15FBDBE9E618}"/>
          </ac:picMkLst>
        </pc:picChg>
      </pc:sldChg>
      <pc:sldChg chg="add del">
        <pc:chgData name="zolotay79@gmail.com" userId="53193becbddd9fea" providerId="LiveId" clId="{D8809C54-A508-4DCA-B7F9-B55381D708C1}" dt="2026-02-19T17:45:22.317" v="451" actId="47"/>
        <pc:sldMkLst>
          <pc:docMk/>
          <pc:sldMk cId="1812694293" sldId="276"/>
        </pc:sldMkLst>
      </pc:sldChg>
      <pc:sldChg chg="add del">
        <pc:chgData name="zolotay79@gmail.com" userId="53193becbddd9fea" providerId="LiveId" clId="{D8809C54-A508-4DCA-B7F9-B55381D708C1}" dt="2026-02-19T17:51:10.490" v="527" actId="47"/>
        <pc:sldMkLst>
          <pc:docMk/>
          <pc:sldMk cId="1327722962" sldId="277"/>
        </pc:sldMkLst>
      </pc:sldChg>
      <pc:sldChg chg="add del">
        <pc:chgData name="zolotay79@gmail.com" userId="53193becbddd9fea" providerId="LiveId" clId="{D8809C54-A508-4DCA-B7F9-B55381D708C1}" dt="2026-02-19T17:51:41.730" v="532" actId="47"/>
        <pc:sldMkLst>
          <pc:docMk/>
          <pc:sldMk cId="2203928137" sldId="278"/>
        </pc:sldMkLst>
      </pc:sldChg>
      <pc:sldChg chg="add del">
        <pc:chgData name="zolotay79@gmail.com" userId="53193becbddd9fea" providerId="LiveId" clId="{D8809C54-A508-4DCA-B7F9-B55381D708C1}" dt="2026-02-19T17:53:28.953" v="549" actId="47"/>
        <pc:sldMkLst>
          <pc:docMk/>
          <pc:sldMk cId="1771081006" sldId="279"/>
        </pc:sldMkLst>
      </pc:sldChg>
      <pc:sldChg chg="add del">
        <pc:chgData name="zolotay79@gmail.com" userId="53193becbddd9fea" providerId="LiveId" clId="{D8809C54-A508-4DCA-B7F9-B55381D708C1}" dt="2026-02-19T17:57:53.792" v="572" actId="47"/>
        <pc:sldMkLst>
          <pc:docMk/>
          <pc:sldMk cId="1795391338" sldId="280"/>
        </pc:sldMkLst>
      </pc:sldChg>
      <pc:sldChg chg="addSp delSp modSp add mod">
        <pc:chgData name="zolotay79@gmail.com" userId="53193becbddd9fea" providerId="LiveId" clId="{D8809C54-A508-4DCA-B7F9-B55381D708C1}" dt="2026-02-19T18:11:21.375" v="653" actId="14100"/>
        <pc:sldMkLst>
          <pc:docMk/>
          <pc:sldMk cId="1258159197" sldId="281"/>
        </pc:sldMkLst>
        <pc:spChg chg="del">
          <ac:chgData name="zolotay79@gmail.com" userId="53193becbddd9fea" providerId="LiveId" clId="{D8809C54-A508-4DCA-B7F9-B55381D708C1}" dt="2026-02-19T18:06:05.947" v="623" actId="478"/>
          <ac:spMkLst>
            <pc:docMk/>
            <pc:sldMk cId="1258159197" sldId="281"/>
            <ac:spMk id="2" creationId="{506EB4DC-3B3C-EB5A-0533-BE16BBF061E2}"/>
          </ac:spMkLst>
        </pc:spChg>
        <pc:spChg chg="del">
          <ac:chgData name="zolotay79@gmail.com" userId="53193becbddd9fea" providerId="LiveId" clId="{D8809C54-A508-4DCA-B7F9-B55381D708C1}" dt="2026-02-19T18:06:06.532" v="624" actId="478"/>
          <ac:spMkLst>
            <pc:docMk/>
            <pc:sldMk cId="1258159197" sldId="281"/>
            <ac:spMk id="3" creationId="{DB66CE9B-75C9-69D0-A503-40798E023BD2}"/>
          </ac:spMkLst>
        </pc:spChg>
        <pc:spChg chg="del">
          <ac:chgData name="zolotay79@gmail.com" userId="53193becbddd9fea" providerId="LiveId" clId="{D8809C54-A508-4DCA-B7F9-B55381D708C1}" dt="2026-02-19T18:06:07.080" v="625" actId="478"/>
          <ac:spMkLst>
            <pc:docMk/>
            <pc:sldMk cId="1258159197" sldId="281"/>
            <ac:spMk id="4" creationId="{72A93534-8F74-F045-C001-D13E296A579E}"/>
          </ac:spMkLst>
        </pc:spChg>
        <pc:spChg chg="add mod">
          <ac:chgData name="zolotay79@gmail.com" userId="53193becbddd9fea" providerId="LiveId" clId="{D8809C54-A508-4DCA-B7F9-B55381D708C1}" dt="2026-02-19T18:09:14.782" v="644" actId="255"/>
          <ac:spMkLst>
            <pc:docMk/>
            <pc:sldMk cId="1258159197" sldId="281"/>
            <ac:spMk id="5" creationId="{9DA6FC2A-4E3A-EEFD-4379-4A7E0FEC1BA6}"/>
          </ac:spMkLst>
        </pc:spChg>
        <pc:picChg chg="add mod">
          <ac:chgData name="zolotay79@gmail.com" userId="53193becbddd9fea" providerId="LiveId" clId="{D8809C54-A508-4DCA-B7F9-B55381D708C1}" dt="2026-02-19T18:11:07.666" v="649" actId="14100"/>
          <ac:picMkLst>
            <pc:docMk/>
            <pc:sldMk cId="1258159197" sldId="281"/>
            <ac:picMk id="7" creationId="{76DFC98D-D143-7C1E-A7AF-B5F41EE7C1DF}"/>
          </ac:picMkLst>
        </pc:picChg>
        <pc:picChg chg="add mod">
          <ac:chgData name="zolotay79@gmail.com" userId="53193becbddd9fea" providerId="LiveId" clId="{D8809C54-A508-4DCA-B7F9-B55381D708C1}" dt="2026-02-19T18:11:21.375" v="653" actId="14100"/>
          <ac:picMkLst>
            <pc:docMk/>
            <pc:sldMk cId="1258159197" sldId="281"/>
            <ac:picMk id="9" creationId="{CEAA449E-5D88-01B3-0B85-CE22480332CF}"/>
          </ac:picMkLst>
        </pc:picChg>
      </pc:sldChg>
      <pc:sldChg chg="addSp delSp modSp add mod">
        <pc:chgData name="zolotay79@gmail.com" userId="53193becbddd9fea" providerId="LiveId" clId="{D8809C54-A508-4DCA-B7F9-B55381D708C1}" dt="2026-02-19T18:15:51.821" v="697" actId="14100"/>
        <pc:sldMkLst>
          <pc:docMk/>
          <pc:sldMk cId="3458206682" sldId="282"/>
        </pc:sldMkLst>
        <pc:spChg chg="del">
          <ac:chgData name="zolotay79@gmail.com" userId="53193becbddd9fea" providerId="LiveId" clId="{D8809C54-A508-4DCA-B7F9-B55381D708C1}" dt="2026-02-19T18:11:42.547" v="654" actId="478"/>
          <ac:spMkLst>
            <pc:docMk/>
            <pc:sldMk cId="3458206682" sldId="282"/>
            <ac:spMk id="2" creationId="{C5693A94-2EEF-0F39-97B1-E080AAE2C0E6}"/>
          </ac:spMkLst>
        </pc:spChg>
        <pc:spChg chg="del">
          <ac:chgData name="zolotay79@gmail.com" userId="53193becbddd9fea" providerId="LiveId" clId="{D8809C54-A508-4DCA-B7F9-B55381D708C1}" dt="2026-02-19T18:11:43.504" v="655" actId="478"/>
          <ac:spMkLst>
            <pc:docMk/>
            <pc:sldMk cId="3458206682" sldId="282"/>
            <ac:spMk id="3" creationId="{E44DF35A-7739-724D-E14D-06F3F1E5F842}"/>
          </ac:spMkLst>
        </pc:spChg>
        <pc:spChg chg="mod">
          <ac:chgData name="zolotay79@gmail.com" userId="53193becbddd9fea" providerId="LiveId" clId="{D8809C54-A508-4DCA-B7F9-B55381D708C1}" dt="2026-02-19T18:13:41.588" v="684" actId="2085"/>
          <ac:spMkLst>
            <pc:docMk/>
            <pc:sldMk cId="3458206682" sldId="282"/>
            <ac:spMk id="4" creationId="{A9505E8E-5957-0DC8-A345-BAC2BE8D4C11}"/>
          </ac:spMkLst>
        </pc:spChg>
        <pc:picChg chg="add mod">
          <ac:chgData name="zolotay79@gmail.com" userId="53193becbddd9fea" providerId="LiveId" clId="{D8809C54-A508-4DCA-B7F9-B55381D708C1}" dt="2026-02-19T18:15:51.821" v="697" actId="14100"/>
          <ac:picMkLst>
            <pc:docMk/>
            <pc:sldMk cId="3458206682" sldId="282"/>
            <ac:picMk id="6" creationId="{84F17390-A311-506E-A19A-92DF80871CCB}"/>
          </ac:picMkLst>
        </pc:picChg>
        <pc:picChg chg="add mod">
          <ac:chgData name="zolotay79@gmail.com" userId="53193becbddd9fea" providerId="LiveId" clId="{D8809C54-A508-4DCA-B7F9-B55381D708C1}" dt="2026-02-19T18:15:43.992" v="696" actId="14100"/>
          <ac:picMkLst>
            <pc:docMk/>
            <pc:sldMk cId="3458206682" sldId="282"/>
            <ac:picMk id="8" creationId="{4A81ACB2-2D7F-A4F4-F062-60B4F15F7E2C}"/>
          </ac:picMkLst>
        </pc:picChg>
      </pc:sldChg>
      <pc:sldChg chg="addSp modSp add mod">
        <pc:chgData name="zolotay79@gmail.com" userId="53193becbddd9fea" providerId="LiveId" clId="{D8809C54-A508-4DCA-B7F9-B55381D708C1}" dt="2026-02-19T17:15:58.399" v="278" actId="207"/>
        <pc:sldMkLst>
          <pc:docMk/>
          <pc:sldMk cId="3466519621" sldId="283"/>
        </pc:sldMkLst>
        <pc:spChg chg="add mod">
          <ac:chgData name="zolotay79@gmail.com" userId="53193becbddd9fea" providerId="LiveId" clId="{D8809C54-A508-4DCA-B7F9-B55381D708C1}" dt="2026-02-19T17:15:53.732" v="276" actId="207"/>
          <ac:spMkLst>
            <pc:docMk/>
            <pc:sldMk cId="3466519621" sldId="283"/>
            <ac:spMk id="6" creationId="{9826893A-31C2-67C4-59A3-D0ED3DFE4F05}"/>
          </ac:spMkLst>
        </pc:spChg>
        <pc:spChg chg="add mod">
          <ac:chgData name="zolotay79@gmail.com" userId="53193becbddd9fea" providerId="LiveId" clId="{D8809C54-A508-4DCA-B7F9-B55381D708C1}" dt="2026-02-19T17:15:58.399" v="278" actId="207"/>
          <ac:spMkLst>
            <pc:docMk/>
            <pc:sldMk cId="3466519621" sldId="283"/>
            <ac:spMk id="7" creationId="{65175300-71EE-7BC7-7AC1-9AA925AF6AAB}"/>
          </ac:spMkLst>
        </pc:spChg>
        <pc:picChg chg="add mod">
          <ac:chgData name="zolotay79@gmail.com" userId="53193becbddd9fea" providerId="LiveId" clId="{D8809C54-A508-4DCA-B7F9-B55381D708C1}" dt="2026-02-19T17:13:25.252" v="243"/>
          <ac:picMkLst>
            <pc:docMk/>
            <pc:sldMk cId="3466519621" sldId="283"/>
            <ac:picMk id="5" creationId="{5F94F90B-5888-DB28-1DD2-4CCF893B942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F63138-F7CE-1358-E500-DADA7C7BD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1AE0153-1184-B4A1-9EB6-577F0BFB0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07BC14-164E-C748-D28B-DDC3608FB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32C5B-7605-44D4-A64D-6C12D5F7CF95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E90233-56C4-6B0B-97A8-CE0C7AE8D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D334A4-5BB5-3E21-727D-3307B367B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C043-5360-49A1-AA43-7F70147D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4654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84EFEF-C2E3-EDF5-DDA5-8DDAAD4D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39EFBC-1597-B842-BEDE-FAEA92546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3B0892-BF72-9554-613A-55D2C593E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32C5B-7605-44D4-A64D-6C12D5F7CF95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7D41D8-ECC5-68FF-C76A-6ACFB99D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3EB2B2-0F37-4319-87C4-3B196527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C043-5360-49A1-AA43-7F70147D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3195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C5147C-B73A-F3DE-5793-B8AAB4992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3DAB2C2-1B2A-46A5-854F-D8FBA30C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4A0E8A-763F-669A-68E8-8EE92C27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32C5B-7605-44D4-A64D-6C12D5F7CF95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8EC5EF-3DF6-E6FA-D949-5589AEDFC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4ABF36-EEC8-5FC8-81EE-39CE93296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C043-5360-49A1-AA43-7F70147D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431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1CAF1-D4E2-C674-F133-47E8A1A3D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E411E3-0836-F603-B8A4-377445F3E4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F5CB29-F418-F6B3-06F4-1C31D8AA5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6BC004-66CB-D771-6B38-76186090E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32C5B-7605-44D4-A64D-6C12D5F7CF95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44BA33-BD67-FCBA-2CFA-C76A3B267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DEE745-6F57-9554-0EE3-295F835B4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C043-5360-49A1-AA43-7F70147D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744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C63E9E-B5CD-CA7A-30BA-6969C1D2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6EDBCB-7E0C-1AA7-9445-A6F6F3895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6196414-4CD9-322C-896C-E6FDBA252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251AB78-67B2-3D20-8E94-369ED2E1F9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761192E-4B16-71A8-B9C7-151F64A3E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53844FF-088D-215B-76F7-CCB4D9951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32C5B-7605-44D4-A64D-6C12D5F7CF95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7396C9-1137-02F1-63EF-4298C369F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968EF67-14BB-0131-648D-9725F0E8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C043-5360-49A1-AA43-7F70147D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744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A1A0AB-C897-6FEE-4C64-DFDAC8C38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DFE31E9-88B0-32FF-9FAB-2EDF2FF58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32C5B-7605-44D4-A64D-6C12D5F7CF95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EF0C988-C2C0-E2CD-256C-D3A91E617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1B17F7B-F733-1D86-5090-5CC9AF45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C043-5360-49A1-AA43-7F70147D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056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79196D6-5AAD-1B72-EBD8-6B56D24B6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32C5B-7605-44D4-A64D-6C12D5F7CF95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EB29AA9-0587-6560-8EB2-25DE83ABC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C36EEF-3E40-BC3A-6989-27F6B2D5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C043-5360-49A1-AA43-7F70147D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090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DF657-9359-B3F6-469B-E018E3871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F25A19-6D9A-7150-9502-7D04AAD6D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C1023D-66D3-3FE1-9FF9-B60B2E40B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D54783-49E4-DC64-BD48-CAA55824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32C5B-7605-44D4-A64D-6C12D5F7CF95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98204E-41F6-ED13-0B81-7CCC029B8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A74B99-7135-5B29-601A-D21382546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C043-5360-49A1-AA43-7F70147D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39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8D5A8-D862-EE2C-B527-1B99B28D4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86EF42E-0F27-3237-7CED-29E85DB7DF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8A7256-5D9F-C06E-327E-57066CF22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4DCD89-D95C-3045-D252-56D16F2AF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32C5B-7605-44D4-A64D-6C12D5F7CF95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697E0D-2078-2C7D-F816-B0B313732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E8B394-B57A-1EF3-A3F1-F3B4FFCF8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C043-5360-49A1-AA43-7F70147D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02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56B2B-E21B-D00F-F066-147C23FF8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EA0E3DB-49B4-E1E9-48D0-3A7BE6E31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5B88A8-ED8B-398C-4A01-DCAB928F6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32C5B-7605-44D4-A64D-6C12D5F7CF95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A52D5B-E07C-EAF8-474C-89108ACB8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6FE4F5-0936-A549-24BC-BDB6DC13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C043-5360-49A1-AA43-7F70147D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8694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8E52A99-D799-E4C1-9FE3-AD4C02CB69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5773509-532B-9E40-2C9C-8D7F6FCCF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1271B6-463B-0BAE-ED92-B93E345C4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32C5B-7605-44D4-A64D-6C12D5F7CF95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F7FE23-9791-BFDB-1F05-5C80FFA8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B78393-1D03-475D-5A21-013CFC5D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7C043-5360-49A1-AA43-7F70147D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702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E0320-8518-D145-1D45-3859BF152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726F59-B924-B99D-6C58-EED567C3E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2A3AC5-8FD8-47EB-97AD-B3E9D37E99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32C5B-7605-44D4-A64D-6C12D5F7CF95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F6E3DB-5763-8789-39B9-8DA572467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9B7254-14D4-01AA-9920-312A86A5E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7C043-5360-49A1-AA43-7F70147D5D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695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BB210FF-F124-4FE3-819F-3945E4227C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chemeClr val="tx1"/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DAF28B-576C-72FF-4948-6C7E5692A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A901CED-C38D-72B4-1BA4-5EB7549875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2120DDBA-45E9-C589-549D-668DB5C1E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6FF6888-995C-8A36-560D-4D1155EFC2D1}"/>
              </a:ext>
            </a:extLst>
          </p:cNvPr>
          <p:cNvSpPr/>
          <p:nvPr/>
        </p:nvSpPr>
        <p:spPr>
          <a:xfrm>
            <a:off x="1958109" y="0"/>
            <a:ext cx="7001163" cy="2207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200" b="1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клиентов банка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4A3EC20-07DB-9290-FB17-F44FA6CEBA53}"/>
              </a:ext>
            </a:extLst>
          </p:cNvPr>
          <p:cNvSpPr/>
          <p:nvPr/>
        </p:nvSpPr>
        <p:spPr>
          <a:xfrm>
            <a:off x="7703127" y="5190836"/>
            <a:ext cx="4368800" cy="14039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i="1" dirty="0">
                <a:solidFill>
                  <a:srgbClr val="00FF99"/>
                </a:solidFill>
              </a:rPr>
              <a:t>Исследование выполнила Коробкова Мария</a:t>
            </a:r>
          </a:p>
          <a:p>
            <a:pPr algn="ctr"/>
            <a:r>
              <a:rPr lang="ru-RU" sz="1600" i="1" dirty="0">
                <a:solidFill>
                  <a:srgbClr val="00FF99"/>
                </a:solidFill>
              </a:rPr>
              <a:t>в рамках курса по анализу данных  </a:t>
            </a:r>
          </a:p>
        </p:txBody>
      </p:sp>
    </p:spTree>
    <p:extLst>
      <p:ext uri="{BB962C8B-B14F-4D97-AF65-F5344CB8AC3E}">
        <p14:creationId xmlns:p14="http://schemas.microsoft.com/office/powerpoint/2010/main" val="324542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66D7263-F88D-2C08-DAB1-3BC56BD84AF0}"/>
              </a:ext>
            </a:extLst>
          </p:cNvPr>
          <p:cNvSpPr/>
          <p:nvPr/>
        </p:nvSpPr>
        <p:spPr>
          <a:xfrm>
            <a:off x="0" y="0"/>
            <a:ext cx="39624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B0952AA-5F44-9232-9CAE-E8424CC57B9B}"/>
              </a:ext>
            </a:extLst>
          </p:cNvPr>
          <p:cNvSpPr/>
          <p:nvPr/>
        </p:nvSpPr>
        <p:spPr>
          <a:xfrm>
            <a:off x="3962400" y="0"/>
            <a:ext cx="440266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F476A91-8062-5E0A-CE9B-C961DC06FEDC}"/>
              </a:ext>
            </a:extLst>
          </p:cNvPr>
          <p:cNvSpPr/>
          <p:nvPr/>
        </p:nvSpPr>
        <p:spPr>
          <a:xfrm>
            <a:off x="8365067" y="0"/>
            <a:ext cx="382693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97B8C4-4CEE-6E33-AC05-CB1409362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8516"/>
            <a:ext cx="3962400" cy="620164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568D714-E748-E5D3-340A-DCC3DD654E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708516"/>
            <a:ext cx="4267202" cy="620164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A284E1F-84B8-9F11-625A-6EC81A3C96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2" y="708516"/>
            <a:ext cx="3962398" cy="6149484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14B6391-1BD6-6B47-1983-826BA63575AE}"/>
              </a:ext>
            </a:extLst>
          </p:cNvPr>
          <p:cNvSpPr/>
          <p:nvPr/>
        </p:nvSpPr>
        <p:spPr>
          <a:xfrm>
            <a:off x="0" y="0"/>
            <a:ext cx="12192000" cy="708516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и размах величин </a:t>
            </a:r>
            <a:r>
              <a:rPr lang="ru-RU" sz="2800" i="1" u="sng" dirty="0" err="1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CustAccountBalance</a:t>
            </a:r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800" i="1" u="sng" dirty="0" err="1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TransactionAmount</a:t>
            </a:r>
            <a:endParaRPr lang="ru-RU" sz="2800" i="1" u="sng" dirty="0">
              <a:solidFill>
                <a:srgbClr val="00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473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8957F62-262B-3F69-7704-1BBE6394EDF8}"/>
              </a:ext>
            </a:extLst>
          </p:cNvPr>
          <p:cNvSpPr/>
          <p:nvPr/>
        </p:nvSpPr>
        <p:spPr>
          <a:xfrm>
            <a:off x="-5781674" y="372533"/>
            <a:ext cx="24080216" cy="6011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/>
              <a:t># Словарь для переименования столбцов в стиле camelCase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AE5AD74-1F70-85F6-2BC2-BE3A57FC2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9467" y="0"/>
            <a:ext cx="9347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BD9A4B7-3168-5EF3-97BD-8383B970FC76}"/>
              </a:ext>
            </a:extLst>
          </p:cNvPr>
          <p:cNvSpPr/>
          <p:nvPr/>
        </p:nvSpPr>
        <p:spPr>
          <a:xfrm>
            <a:off x="0" y="0"/>
            <a:ext cx="2844800" cy="68580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и размах величин </a:t>
            </a:r>
            <a:r>
              <a:rPr lang="ru-RU" sz="2400" i="1" u="sng" dirty="0" err="1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CustAccountBalance</a:t>
            </a:r>
            <a:r>
              <a:rPr lang="ru-RU" sz="24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i="1" u="sng" dirty="0" err="1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TransactionAmount</a:t>
            </a:r>
            <a:endParaRPr lang="ru-RU" sz="2400" i="1" u="sng" dirty="0">
              <a:solidFill>
                <a:srgbClr val="00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br>
              <a:rPr lang="ru-RU" dirty="0"/>
            </a:br>
            <a:r>
              <a:rPr lang="ru-RU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Распределения баланса и сумм транзакций демонстрируют экстремальную правостороннюю асимметрию (</a:t>
            </a:r>
            <a:r>
              <a:rPr lang="ru-RU" dirty="0" err="1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skewness</a:t>
            </a:r>
            <a:r>
              <a:rPr lang="ru-RU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60.59 и 47.34 соответственно от нормальной симметрии) с чрезвычайно тяжёлыми хвостами (</a:t>
            </a:r>
            <a:r>
              <a:rPr lang="ru-RU" dirty="0" err="1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kurtosis</a:t>
            </a:r>
            <a:r>
              <a:rPr lang="ru-RU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5000), что указывает на наличие небольшой доли клиентов с очень высокими показателями на фоне массовой концентрации вокруг низких значений. </a:t>
            </a:r>
          </a:p>
        </p:txBody>
      </p:sp>
    </p:spTree>
    <p:extLst>
      <p:ext uri="{BB962C8B-B14F-4D97-AF65-F5344CB8AC3E}">
        <p14:creationId xmlns:p14="http://schemas.microsoft.com/office/powerpoint/2010/main" val="1776661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8396696-3106-1FDF-D894-0685FD7CC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420" y="1321232"/>
            <a:ext cx="5080000" cy="463951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3E735FE-D5F6-0ABF-746C-D79841EF2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1232"/>
            <a:ext cx="6603419" cy="4486901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31CFE2C-63C5-51A0-DABB-363C42A5D85A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визуализация возраста клиентов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8910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670C089-A146-AA4F-E9F5-EBBD2FBE94AF}"/>
              </a:ext>
            </a:extLst>
          </p:cNvPr>
          <p:cNvSpPr/>
          <p:nvPr/>
        </p:nvSpPr>
        <p:spPr>
          <a:xfrm>
            <a:off x="0" y="0"/>
            <a:ext cx="3175000" cy="68580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визуализация</a:t>
            </a:r>
          </a:p>
          <a:p>
            <a:pPr algn="ctr"/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возраст клиентов</a:t>
            </a:r>
          </a:p>
          <a:p>
            <a:pPr algn="ctr"/>
            <a:endParaRPr lang="ru-RU" dirty="0"/>
          </a:p>
          <a:p>
            <a:pPr algn="ctr"/>
            <a:endParaRPr lang="ru-RU" dirty="0">
              <a:solidFill>
                <a:srgbClr val="00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База клиентов сконцентрирована вокруг молодой аудитории: медианный возраст составляет 29 лет, а 88,5% клиентов — это люди до 40 лет, из которых половина (50%) находится в возрасте 25-34 лет.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DBAF9B5-F53B-6430-28C1-DBD597A87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0"/>
            <a:ext cx="8788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8669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1DA97-20E8-4C69-92D9-B0CD605CB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C7AA4AD-85EB-7373-5912-E7C370E3EC2A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 и визуализация гендера клиентов 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2C7C499-8C0E-0C09-0F29-1A02E9406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44" y="1331712"/>
            <a:ext cx="5920755" cy="395342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5F50692-94A2-F9B7-5EBD-15FBDBE9E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334" y="1331712"/>
            <a:ext cx="5063065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82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DBB087AC-82A6-6390-F677-F77C13A97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5" y="0"/>
            <a:ext cx="88614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9C165D9-804E-AC6B-6C2A-4E1A465A0FBB}"/>
              </a:ext>
            </a:extLst>
          </p:cNvPr>
          <p:cNvSpPr/>
          <p:nvPr/>
        </p:nvSpPr>
        <p:spPr>
          <a:xfrm>
            <a:off x="0" y="0"/>
            <a:ext cx="3334871" cy="68580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 и визуализация гендера клиентов </a:t>
            </a:r>
            <a:endParaRPr lang="ru-RU" dirty="0">
              <a:solidFill>
                <a:srgbClr val="00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>
              <a:solidFill>
                <a:srgbClr val="00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Клиентская база демонстрирует гендерный дисбаланс: мужчины составляют большинство клиентов банка — 73.1% (766,208 человек), в то время как женщины представлены значительно меньше — 26.9% (282,208 человек).</a:t>
            </a:r>
          </a:p>
        </p:txBody>
      </p:sp>
    </p:spTree>
    <p:extLst>
      <p:ext uri="{BB962C8B-B14F-4D97-AF65-F5344CB8AC3E}">
        <p14:creationId xmlns:p14="http://schemas.microsoft.com/office/powerpoint/2010/main" val="1008233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78CD4B-EAFF-62F8-80D5-092BD1F74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1153"/>
            <a:ext cx="6020640" cy="284884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75F3B6-7D59-AB34-052C-77BD0CFE6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30133"/>
            <a:ext cx="6020640" cy="214879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A8113FB-71BD-117D-1D24-23890A55F9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361" y="961153"/>
            <a:ext cx="4615171" cy="342458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DCC0B7C-D8E7-F479-0523-AF28E06DDC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0" y="4573369"/>
            <a:ext cx="5078384" cy="1323478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C916B95-C657-1E94-CC07-6C26BFD786DC}"/>
              </a:ext>
            </a:extLst>
          </p:cNvPr>
          <p:cNvSpPr/>
          <p:nvPr/>
        </p:nvSpPr>
        <p:spPr>
          <a:xfrm>
            <a:off x="0" y="0"/>
            <a:ext cx="12192000" cy="74102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локации клиентов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937090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1B99EDFF-BA51-071A-4FE5-4535A16CB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850" y="0"/>
            <a:ext cx="85661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D17E41D-4A6C-C99C-B4E9-EF836FFEDFB7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локации клиентов</a:t>
            </a:r>
          </a:p>
          <a:p>
            <a:pPr algn="ctr"/>
            <a:endParaRPr lang="ru-RU" dirty="0">
              <a:solidFill>
                <a:srgbClr val="006666"/>
              </a:solidFill>
            </a:endParaRPr>
          </a:p>
          <a:p>
            <a:pPr algn="ctr"/>
            <a:r>
              <a:rPr lang="ru-RU" dirty="0">
                <a:solidFill>
                  <a:srgbClr val="006666"/>
                </a:solidFill>
              </a:rPr>
              <a:t>Клиентская база охватывает всю Индию. Крупнейшие мегаполисы - это топ-5-ти локаций (</a:t>
            </a:r>
            <a:r>
              <a:rPr lang="ru-RU" dirty="0" err="1">
                <a:solidFill>
                  <a:srgbClr val="006666"/>
                </a:solidFill>
              </a:rPr>
              <a:t>Mumbai</a:t>
            </a:r>
            <a:r>
              <a:rPr lang="ru-RU" dirty="0">
                <a:solidFill>
                  <a:srgbClr val="006666"/>
                </a:solidFill>
              </a:rPr>
              <a:t>, New </a:t>
            </a:r>
            <a:r>
              <a:rPr lang="ru-RU" dirty="0" err="1">
                <a:solidFill>
                  <a:srgbClr val="006666"/>
                </a:solidFill>
              </a:rPr>
              <a:t>Delhi</a:t>
            </a:r>
            <a:r>
              <a:rPr lang="ru-RU" dirty="0">
                <a:solidFill>
                  <a:srgbClr val="006666"/>
                </a:solidFill>
              </a:rPr>
              <a:t>, </a:t>
            </a:r>
            <a:r>
              <a:rPr lang="ru-RU" dirty="0" err="1">
                <a:solidFill>
                  <a:srgbClr val="006666"/>
                </a:solidFill>
              </a:rPr>
              <a:t>Bangalore</a:t>
            </a:r>
            <a:r>
              <a:rPr lang="ru-RU" dirty="0">
                <a:solidFill>
                  <a:srgbClr val="006666"/>
                </a:solidFill>
              </a:rPr>
              <a:t>, </a:t>
            </a:r>
            <a:r>
              <a:rPr lang="ru-RU" dirty="0" err="1">
                <a:solidFill>
                  <a:srgbClr val="006666"/>
                </a:solidFill>
              </a:rPr>
              <a:t>Gurgaon</a:t>
            </a:r>
            <a:r>
              <a:rPr lang="ru-RU" dirty="0">
                <a:solidFill>
                  <a:srgbClr val="006666"/>
                </a:solidFill>
              </a:rPr>
              <a:t>, </a:t>
            </a:r>
            <a:r>
              <a:rPr lang="ru-RU" dirty="0" err="1">
                <a:solidFill>
                  <a:srgbClr val="006666"/>
                </a:solidFill>
              </a:rPr>
              <a:t>Delhi</a:t>
            </a:r>
            <a:r>
              <a:rPr lang="ru-RU" dirty="0">
                <a:solidFill>
                  <a:srgbClr val="006666"/>
                </a:solidFill>
              </a:rPr>
              <a:t>) аккумулируют 25.8% всех клиентов, при этом </a:t>
            </a:r>
            <a:r>
              <a:rPr lang="ru-RU" dirty="0" err="1">
                <a:solidFill>
                  <a:srgbClr val="006666"/>
                </a:solidFill>
              </a:rPr>
              <a:t>Mumbai</a:t>
            </a:r>
            <a:r>
              <a:rPr lang="ru-RU" dirty="0">
                <a:solidFill>
                  <a:srgbClr val="006666"/>
                </a:solidFill>
              </a:rPr>
              <a:t> лидирует с 103 595 клиентами (9.9%)</a:t>
            </a:r>
          </a:p>
        </p:txBody>
      </p:sp>
    </p:spTree>
    <p:extLst>
      <p:ext uri="{BB962C8B-B14F-4D97-AF65-F5344CB8AC3E}">
        <p14:creationId xmlns:p14="http://schemas.microsoft.com/office/powerpoint/2010/main" val="3946066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9C81B2-9D03-1F47-F627-465725699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7467"/>
            <a:ext cx="6095999" cy="584717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9A5454-6088-950D-E7E0-B9CA5A365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174" y="1549904"/>
            <a:ext cx="3101788" cy="22958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64452B8-91C9-F5A8-5B98-2A24FA2366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174" y="4160173"/>
            <a:ext cx="4258269" cy="1817293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39D326B-75CE-5BBD-2058-2791DBFAF23D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Динамика транзакций по дате (в кол-ве </a:t>
            </a:r>
            <a:r>
              <a:rPr lang="ru-RU" sz="2800" i="1" u="sng" dirty="0" err="1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TransactionID</a:t>
            </a:r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14807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A5B74141-1943-9A34-BB7B-5624298A4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572" y="0"/>
            <a:ext cx="85661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B933E1C-CCA7-F2FC-9E22-7E9E83046E5A}"/>
              </a:ext>
            </a:extLst>
          </p:cNvPr>
          <p:cNvSpPr/>
          <p:nvPr/>
        </p:nvSpPr>
        <p:spPr>
          <a:xfrm>
            <a:off x="0" y="0"/>
            <a:ext cx="3442447" cy="68580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Динамика транзакций по дате (в кол-ве </a:t>
            </a:r>
            <a:r>
              <a:rPr lang="ru-RU" sz="2800" i="1" u="sng" dirty="0" err="1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TransactionID</a:t>
            </a:r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endParaRPr lang="ru-RU" dirty="0">
              <a:solidFill>
                <a:srgbClr val="006666"/>
              </a:solidFill>
            </a:endParaRPr>
          </a:p>
          <a:p>
            <a:pPr algn="ctr"/>
            <a:endParaRPr lang="ru-RU" dirty="0">
              <a:solidFill>
                <a:srgbClr val="006666"/>
              </a:solidFill>
            </a:endParaRPr>
          </a:p>
          <a:p>
            <a:pPr algn="ctr"/>
            <a:r>
              <a:rPr lang="ru-RU" dirty="0">
                <a:solidFill>
                  <a:srgbClr val="006666"/>
                </a:solidFill>
              </a:rPr>
              <a:t>Наблюдается нисходящий тренд транзакционной активности: за период с августа по октябрь 2016 года среднесуточное количество транзакций сократилось с ~20-27 тысяч до единичных значений (пик 27 254 транзакций 7 августа против 3 транзакций 16 октября).</a:t>
            </a:r>
          </a:p>
        </p:txBody>
      </p:sp>
    </p:spTree>
    <p:extLst>
      <p:ext uri="{BB962C8B-B14F-4D97-AF65-F5344CB8AC3E}">
        <p14:creationId xmlns:p14="http://schemas.microsoft.com/office/powerpoint/2010/main" val="2198920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A7DA0A-5DA1-9917-8B7A-340B38472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411" y="894518"/>
            <a:ext cx="6725589" cy="596348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45939A-E989-28A2-6C7E-610139D9E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3" y="1017407"/>
            <a:ext cx="5215467" cy="435046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92BB08B-FE1B-7BBA-B8B0-375C1B9AF51B}"/>
              </a:ext>
            </a:extLst>
          </p:cNvPr>
          <p:cNvSpPr/>
          <p:nvPr/>
        </p:nvSpPr>
        <p:spPr>
          <a:xfrm>
            <a:off x="0" y="0"/>
            <a:ext cx="12192000" cy="74506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самой платежеспособной группы</a:t>
            </a:r>
          </a:p>
        </p:txBody>
      </p:sp>
    </p:spTree>
    <p:extLst>
      <p:ext uri="{BB962C8B-B14F-4D97-AF65-F5344CB8AC3E}">
        <p14:creationId xmlns:p14="http://schemas.microsoft.com/office/powerpoint/2010/main" val="3968472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C062FBD-3A3A-EAF7-4B74-BAE845F6AF46}"/>
              </a:ext>
            </a:extLst>
          </p:cNvPr>
          <p:cNvSpPr/>
          <p:nvPr/>
        </p:nvSpPr>
        <p:spPr>
          <a:xfrm>
            <a:off x="0" y="0"/>
            <a:ext cx="2252133" cy="68580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самой платежеспособной группы</a:t>
            </a:r>
          </a:p>
          <a:p>
            <a:pPr algn="ctr"/>
            <a:endParaRPr lang="ru-RU" dirty="0">
              <a:solidFill>
                <a:srgbClr val="00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Молодёжь обеспечивает массовый объём транзакций, а старшие возрастные группы представляют собой премиальный сегмент с высокой платёжеспособностью.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3A40510A-719F-0E65-3059-E6276E922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600" y="0"/>
            <a:ext cx="931787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034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48E7B-F6AF-8AE1-CE1E-47C631F09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DA6FC2A-4E3A-EEFD-4379-4A7E0FEC1BA6}"/>
              </a:ext>
            </a:extLst>
          </p:cNvPr>
          <p:cNvSpPr/>
          <p:nvPr/>
        </p:nvSpPr>
        <p:spPr>
          <a:xfrm>
            <a:off x="0" y="0"/>
            <a:ext cx="12192000" cy="728133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транзакций по локации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6DFC98D-D143-7C1E-A7AF-B5F41EE7C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47" y="742172"/>
            <a:ext cx="5723453" cy="597300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EAA449E-5D88-01B3-0B85-CE2248033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2" y="728133"/>
            <a:ext cx="5892798" cy="612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59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BBFB585F-2895-64FB-2117-9DA623431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675" y="0"/>
            <a:ext cx="83153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0FE216A-97DA-9DF1-68DD-1FE6651A2CDE}"/>
              </a:ext>
            </a:extLst>
          </p:cNvPr>
          <p:cNvSpPr/>
          <p:nvPr/>
        </p:nvSpPr>
        <p:spPr>
          <a:xfrm>
            <a:off x="0" y="0"/>
            <a:ext cx="3860800" cy="685800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транзакций по локации</a:t>
            </a:r>
          </a:p>
          <a:p>
            <a:pPr algn="ctr"/>
            <a:endParaRPr lang="ru-RU" dirty="0">
              <a:solidFill>
                <a:srgbClr val="00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>
              <a:solidFill>
                <a:srgbClr val="00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Пять мегаполисов (</a:t>
            </a:r>
            <a:r>
              <a:rPr lang="ru-RU" dirty="0" err="1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Mumbai</a:t>
            </a:r>
            <a:r>
              <a:rPr lang="ru-RU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New </a:t>
            </a:r>
            <a:r>
              <a:rPr lang="ru-RU" dirty="0" err="1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Delhi</a:t>
            </a:r>
            <a:r>
              <a:rPr lang="ru-RU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Bangalore</a:t>
            </a:r>
            <a:r>
              <a:rPr lang="ru-RU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Gurgaon</a:t>
            </a:r>
            <a:r>
              <a:rPr lang="ru-RU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Delhi</a:t>
            </a:r>
            <a:r>
              <a:rPr lang="ru-RU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формируют ядро бизнеса, обеспечивая основную долю транзакционной активности.</a:t>
            </a:r>
          </a:p>
        </p:txBody>
      </p:sp>
    </p:spTree>
    <p:extLst>
      <p:ext uri="{BB962C8B-B14F-4D97-AF65-F5344CB8AC3E}">
        <p14:creationId xmlns:p14="http://schemas.microsoft.com/office/powerpoint/2010/main" val="3917114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343D2-8E77-4A6E-D741-F74EE2CB0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9505E8E-5957-0DC8-A345-BAC2BE8D4C11}"/>
              </a:ext>
            </a:extLst>
          </p:cNvPr>
          <p:cNvSpPr/>
          <p:nvPr/>
        </p:nvSpPr>
        <p:spPr>
          <a:xfrm>
            <a:off x="1" y="0"/>
            <a:ext cx="12192000" cy="74506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распределения времени транзакции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4F17390-A311-506E-A19A-92DF80871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335" y="745067"/>
            <a:ext cx="5672665" cy="611293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A81ACB2-2D7F-A4F4-F062-60B4F15F7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99" y="745067"/>
            <a:ext cx="5672667" cy="611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206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80518BF8-CF81-8FB4-0E47-A3932CA23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850" y="0"/>
            <a:ext cx="83121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1237E05-7D28-1252-CE56-6D08F9AEA29D}"/>
              </a:ext>
            </a:extLst>
          </p:cNvPr>
          <p:cNvSpPr/>
          <p:nvPr/>
        </p:nvSpPr>
        <p:spPr>
          <a:xfrm>
            <a:off x="0" y="0"/>
            <a:ext cx="3894667" cy="68580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распределения времени транзакции</a:t>
            </a:r>
          </a:p>
          <a:p>
            <a:pPr algn="ctr"/>
            <a:endParaRPr lang="ru-RU" dirty="0">
              <a:solidFill>
                <a:srgbClr val="00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>
              <a:solidFill>
                <a:srgbClr val="00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Транзакционная активность показывает временной пик: 63.1% всех операций приходится на период с 12:00 до 21:00, при этом максимальная нагрузка наблюдается в вечерние часы (17-21), на которые приходится 32.4% транзакций.</a:t>
            </a:r>
          </a:p>
        </p:txBody>
      </p:sp>
    </p:spTree>
    <p:extLst>
      <p:ext uri="{BB962C8B-B14F-4D97-AF65-F5344CB8AC3E}">
        <p14:creationId xmlns:p14="http://schemas.microsoft.com/office/powerpoint/2010/main" val="584502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1D52F-071A-4634-4B49-AB2440347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C452BF2-2535-8D11-D3C7-3BCF7DA39C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8000">
                <a:schemeClr val="tx1"/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35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F29E70-28E8-6906-66A0-B7FF9AC76E8E}"/>
              </a:ext>
            </a:extLst>
          </p:cNvPr>
          <p:cNvSpPr/>
          <p:nvPr/>
        </p:nvSpPr>
        <p:spPr>
          <a:xfrm>
            <a:off x="0" y="0"/>
            <a:ext cx="39624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BBCA02D-F7D9-8163-EEFF-DE1DC128EC35}"/>
              </a:ext>
            </a:extLst>
          </p:cNvPr>
          <p:cNvSpPr/>
          <p:nvPr/>
        </p:nvSpPr>
        <p:spPr>
          <a:xfrm>
            <a:off x="3962400" y="0"/>
            <a:ext cx="4402667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9300E9E-BDE8-A441-44BE-BE02E1B78A65}"/>
              </a:ext>
            </a:extLst>
          </p:cNvPr>
          <p:cNvSpPr/>
          <p:nvPr/>
        </p:nvSpPr>
        <p:spPr>
          <a:xfrm>
            <a:off x="8365067" y="0"/>
            <a:ext cx="382693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5F94F90B-5888-DB28-1DD2-4CCF893B9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826893A-31C2-67C4-59A3-D0ED3DFE4F05}"/>
              </a:ext>
            </a:extLst>
          </p:cNvPr>
          <p:cNvSpPr/>
          <p:nvPr/>
        </p:nvSpPr>
        <p:spPr>
          <a:xfrm>
            <a:off x="999067" y="558800"/>
            <a:ext cx="10329334" cy="13546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0" i="1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5175300-71EE-7BC7-7AC1-9AA925AF6AAB}"/>
              </a:ext>
            </a:extLst>
          </p:cNvPr>
          <p:cNvSpPr/>
          <p:nvPr/>
        </p:nvSpPr>
        <p:spPr>
          <a:xfrm>
            <a:off x="2992581" y="5317067"/>
            <a:ext cx="6576291" cy="1117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i="1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 ВНИМАНИЕ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93141CF-517F-0E80-9C7C-9BE897D40ECD}"/>
              </a:ext>
            </a:extLst>
          </p:cNvPr>
          <p:cNvSpPr/>
          <p:nvPr/>
        </p:nvSpPr>
        <p:spPr>
          <a:xfrm>
            <a:off x="1" y="6142182"/>
            <a:ext cx="2758594" cy="7158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Коробкова Мария</a:t>
            </a:r>
          </a:p>
          <a:p>
            <a:pPr algn="ctr"/>
            <a:r>
              <a:rPr lang="en-US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maria.vesna79@gmail.com</a:t>
            </a:r>
            <a:r>
              <a:rPr lang="ru-RU" dirty="0">
                <a:solidFill>
                  <a:srgbClr val="00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665196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392</Words>
  <Application>Microsoft Office PowerPoint</Application>
  <PresentationFormat>Широкоэкранный</PresentationFormat>
  <Paragraphs>44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zolotay79@gmail.com</dc:creator>
  <cp:lastModifiedBy>zolotay79@gmail.com</cp:lastModifiedBy>
  <cp:revision>3</cp:revision>
  <dcterms:created xsi:type="dcterms:W3CDTF">2026-02-17T18:35:53Z</dcterms:created>
  <dcterms:modified xsi:type="dcterms:W3CDTF">2026-02-22T10:32:21Z</dcterms:modified>
</cp:coreProperties>
</file>