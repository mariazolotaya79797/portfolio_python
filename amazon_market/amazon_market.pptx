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68" r:id="rId15"/>
    <p:sldId id="27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00FFFF"/>
    <a:srgbClr val="FFFFCC"/>
    <a:srgbClr val="CC3300"/>
    <a:srgbClr val="FFFF99"/>
    <a:srgbClr val="9999FF"/>
    <a:srgbClr val="99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6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lotay79@gmail.com" userId="53193becbddd9fea" providerId="LiveId" clId="{D8809C54-A508-4DCA-B7F9-B55381D708C1}"/>
    <pc:docChg chg="custSel addSld delSld modSld sldOrd">
      <pc:chgData name="zolotay79@gmail.com" userId="53193becbddd9fea" providerId="LiveId" clId="{D8809C54-A508-4DCA-B7F9-B55381D708C1}" dt="2026-02-19T19:52:53.586" v="592" actId="207"/>
      <pc:docMkLst>
        <pc:docMk/>
      </pc:docMkLst>
      <pc:sldChg chg="addSp delSp modSp mod ord">
        <pc:chgData name="zolotay79@gmail.com" userId="53193becbddd9fea" providerId="LiveId" clId="{D8809C54-A508-4DCA-B7F9-B55381D708C1}" dt="2026-02-19T19:05:16.463" v="284" actId="207"/>
        <pc:sldMkLst>
          <pc:docMk/>
          <pc:sldMk cId="2791471646" sldId="257"/>
        </pc:sldMkLst>
        <pc:spChg chg="del mod">
          <ac:chgData name="zolotay79@gmail.com" userId="53193becbddd9fea" providerId="LiveId" clId="{D8809C54-A508-4DCA-B7F9-B55381D708C1}" dt="2026-02-19T19:00:20.330" v="258" actId="478"/>
          <ac:spMkLst>
            <pc:docMk/>
            <pc:sldMk cId="2791471646" sldId="257"/>
            <ac:spMk id="2" creationId="{9F60EBA2-2CEB-CD2A-6D1A-DC0EF084871B}"/>
          </ac:spMkLst>
        </pc:spChg>
        <pc:spChg chg="del">
          <ac:chgData name="zolotay79@gmail.com" userId="53193becbddd9fea" providerId="LiveId" clId="{D8809C54-A508-4DCA-B7F9-B55381D708C1}" dt="2026-02-19T18:49:58.244" v="133" actId="21"/>
          <ac:spMkLst>
            <pc:docMk/>
            <pc:sldMk cId="2791471646" sldId="257"/>
            <ac:spMk id="3" creationId="{7C712E74-965C-65FF-4D40-161202FA98CC}"/>
          </ac:spMkLst>
        </pc:spChg>
        <pc:spChg chg="add mod">
          <ac:chgData name="zolotay79@gmail.com" userId="53193becbddd9fea" providerId="LiveId" clId="{D8809C54-A508-4DCA-B7F9-B55381D708C1}" dt="2026-02-19T19:05:16.463" v="284" actId="207"/>
          <ac:spMkLst>
            <pc:docMk/>
            <pc:sldMk cId="2791471646" sldId="257"/>
            <ac:spMk id="6" creationId="{4D96B74B-65B1-6752-9310-185C22F48416}"/>
          </ac:spMkLst>
        </pc:spChg>
        <pc:picChg chg="add del">
          <ac:chgData name="zolotay79@gmail.com" userId="53193becbddd9fea" providerId="LiveId" clId="{D8809C54-A508-4DCA-B7F9-B55381D708C1}" dt="2026-02-19T18:34:57.362" v="59" actId="21"/>
          <ac:picMkLst>
            <pc:docMk/>
            <pc:sldMk cId="2791471646" sldId="257"/>
            <ac:picMk id="4" creationId="{3A59FBE2-7471-C97F-D939-481952D7BFA9}"/>
          </ac:picMkLst>
        </pc:picChg>
        <pc:picChg chg="add del mod">
          <ac:chgData name="zolotay79@gmail.com" userId="53193becbddd9fea" providerId="LiveId" clId="{D8809C54-A508-4DCA-B7F9-B55381D708C1}" dt="2026-02-19T18:35:18.484" v="64" actId="478"/>
          <ac:picMkLst>
            <pc:docMk/>
            <pc:sldMk cId="2791471646" sldId="257"/>
            <ac:picMk id="5" creationId="{3A59FBE2-7471-C97F-D939-481952D7BFA9}"/>
          </ac:picMkLst>
        </pc:picChg>
        <pc:picChg chg="add mod">
          <ac:chgData name="zolotay79@gmail.com" userId="53193becbddd9fea" providerId="LiveId" clId="{D8809C54-A508-4DCA-B7F9-B55381D708C1}" dt="2026-02-19T19:02:25.021" v="273" actId="14100"/>
          <ac:picMkLst>
            <pc:docMk/>
            <pc:sldMk cId="2791471646" sldId="257"/>
            <ac:picMk id="8" creationId="{8AEF1B4E-5E4F-02C8-57CF-8606FD964140}"/>
          </ac:picMkLst>
        </pc:picChg>
        <pc:picChg chg="add mod">
          <ac:chgData name="zolotay79@gmail.com" userId="53193becbddd9fea" providerId="LiveId" clId="{D8809C54-A508-4DCA-B7F9-B55381D708C1}" dt="2026-02-19T19:02:29.557" v="274" actId="14100"/>
          <ac:picMkLst>
            <pc:docMk/>
            <pc:sldMk cId="2791471646" sldId="257"/>
            <ac:picMk id="10" creationId="{12FEB25A-FF82-A7C0-DC47-AD24AE5CEED3}"/>
          </ac:picMkLst>
        </pc:picChg>
      </pc:sldChg>
      <pc:sldChg chg="addSp modSp new mod">
        <pc:chgData name="zolotay79@gmail.com" userId="53193becbddd9fea" providerId="LiveId" clId="{D8809C54-A508-4DCA-B7F9-B55381D708C1}" dt="2026-02-19T18:54:09.432" v="156" actId="1076"/>
        <pc:sldMkLst>
          <pc:docMk/>
          <pc:sldMk cId="1426718184" sldId="258"/>
        </pc:sldMkLst>
        <pc:spChg chg="add mod">
          <ac:chgData name="zolotay79@gmail.com" userId="53193becbddd9fea" providerId="LiveId" clId="{D8809C54-A508-4DCA-B7F9-B55381D708C1}" dt="2026-02-19T18:53:42.017" v="152" actId="14100"/>
          <ac:spMkLst>
            <pc:docMk/>
            <pc:sldMk cId="1426718184" sldId="258"/>
            <ac:spMk id="3" creationId="{01AC69B0-3ECD-A15A-86C2-D7C449C3F7EF}"/>
          </ac:spMkLst>
        </pc:spChg>
        <pc:spChg chg="add mod">
          <ac:chgData name="zolotay79@gmail.com" userId="53193becbddd9fea" providerId="LiveId" clId="{D8809C54-A508-4DCA-B7F9-B55381D708C1}" dt="2026-02-19T18:53:58.109" v="154" actId="14100"/>
          <ac:spMkLst>
            <pc:docMk/>
            <pc:sldMk cId="1426718184" sldId="258"/>
            <ac:spMk id="4" creationId="{7C712E74-965C-65FF-4D40-161202FA98CC}"/>
          </ac:spMkLst>
        </pc:spChg>
        <pc:picChg chg="add mod">
          <ac:chgData name="zolotay79@gmail.com" userId="53193becbddd9fea" providerId="LiveId" clId="{D8809C54-A508-4DCA-B7F9-B55381D708C1}" dt="2026-02-19T18:54:09.432" v="156" actId="1076"/>
          <ac:picMkLst>
            <pc:docMk/>
            <pc:sldMk cId="1426718184" sldId="258"/>
            <ac:picMk id="2" creationId="{1CE64A74-22A7-2AC2-F37E-3BE6E880E181}"/>
          </ac:picMkLst>
        </pc:picChg>
      </pc:sldChg>
      <pc:sldChg chg="addSp delSp modSp new mod">
        <pc:chgData name="zolotay79@gmail.com" userId="53193becbddd9fea" providerId="LiveId" clId="{D8809C54-A508-4DCA-B7F9-B55381D708C1}" dt="2026-02-19T19:05:26.388" v="285" actId="207"/>
        <pc:sldMkLst>
          <pc:docMk/>
          <pc:sldMk cId="4170661290" sldId="259"/>
        </pc:sldMkLst>
        <pc:spChg chg="add mod">
          <ac:chgData name="zolotay79@gmail.com" userId="53193becbddd9fea" providerId="LiveId" clId="{D8809C54-A508-4DCA-B7F9-B55381D708C1}" dt="2026-02-19T19:05:26.388" v="285" actId="207"/>
          <ac:spMkLst>
            <pc:docMk/>
            <pc:sldMk cId="4170661290" sldId="259"/>
            <ac:spMk id="2" creationId="{D280DB57-F15B-F370-B3AA-D7F5CC47D898}"/>
          </ac:spMkLst>
        </pc:spChg>
        <pc:spChg chg="add del mod">
          <ac:chgData name="zolotay79@gmail.com" userId="53193becbddd9fea" providerId="LiveId" clId="{D8809C54-A508-4DCA-B7F9-B55381D708C1}" dt="2026-02-19T18:54:29.881" v="158" actId="478"/>
          <ac:spMkLst>
            <pc:docMk/>
            <pc:sldMk cId="4170661290" sldId="259"/>
            <ac:spMk id="3" creationId="{09BB9C1E-9AD6-183C-3E43-C6664295429C}"/>
          </ac:spMkLst>
        </pc:spChg>
        <pc:spChg chg="add mod">
          <ac:chgData name="zolotay79@gmail.com" userId="53193becbddd9fea" providerId="LiveId" clId="{D8809C54-A508-4DCA-B7F9-B55381D708C1}" dt="2026-02-19T19:04:40.896" v="283" actId="2085"/>
          <ac:spMkLst>
            <pc:docMk/>
            <pc:sldMk cId="4170661290" sldId="259"/>
            <ac:spMk id="4" creationId="{F65DA93A-B24A-58A9-20A2-9E7A1DCEF602}"/>
          </ac:spMkLst>
        </pc:spChg>
        <pc:picChg chg="add del mod">
          <ac:chgData name="zolotay79@gmail.com" userId="53193becbddd9fea" providerId="LiveId" clId="{D8809C54-A508-4DCA-B7F9-B55381D708C1}" dt="2026-02-19T18:46:42.106" v="104" actId="478"/>
          <ac:picMkLst>
            <pc:docMk/>
            <pc:sldMk cId="4170661290" sldId="259"/>
            <ac:picMk id="1026" creationId="{F264316D-17BE-F958-2CDC-01DE3BDA2907}"/>
          </ac:picMkLst>
        </pc:picChg>
        <pc:picChg chg="add del mod">
          <ac:chgData name="zolotay79@gmail.com" userId="53193becbddd9fea" providerId="LiveId" clId="{D8809C54-A508-4DCA-B7F9-B55381D708C1}" dt="2026-02-19T18:46:42.106" v="104" actId="478"/>
          <ac:picMkLst>
            <pc:docMk/>
            <pc:sldMk cId="4170661290" sldId="259"/>
            <ac:picMk id="1028" creationId="{83BC735D-2954-CC7C-9FCC-20D8C772E2F3}"/>
          </ac:picMkLst>
        </pc:picChg>
        <pc:picChg chg="add del mod">
          <ac:chgData name="zolotay79@gmail.com" userId="53193becbddd9fea" providerId="LiveId" clId="{D8809C54-A508-4DCA-B7F9-B55381D708C1}" dt="2026-02-19T18:47:28.377" v="113" actId="478"/>
          <ac:picMkLst>
            <pc:docMk/>
            <pc:sldMk cId="4170661290" sldId="259"/>
            <ac:picMk id="1030" creationId="{79F55A0D-314C-6EE7-B40B-46AC1CEE4043}"/>
          </ac:picMkLst>
        </pc:picChg>
        <pc:picChg chg="add del mod">
          <ac:chgData name="zolotay79@gmail.com" userId="53193becbddd9fea" providerId="LiveId" clId="{D8809C54-A508-4DCA-B7F9-B55381D708C1}" dt="2026-02-19T18:47:28.377" v="113" actId="478"/>
          <ac:picMkLst>
            <pc:docMk/>
            <pc:sldMk cId="4170661290" sldId="259"/>
            <ac:picMk id="1032" creationId="{A720BC37-C816-40DB-2F10-FCDFCF4D9AC9}"/>
          </ac:picMkLst>
        </pc:picChg>
        <pc:picChg chg="add mod">
          <ac:chgData name="zolotay79@gmail.com" userId="53193becbddd9fea" providerId="LiveId" clId="{D8809C54-A508-4DCA-B7F9-B55381D708C1}" dt="2026-02-19T18:47:57.272" v="120" actId="14100"/>
          <ac:picMkLst>
            <pc:docMk/>
            <pc:sldMk cId="4170661290" sldId="259"/>
            <ac:picMk id="1034" creationId="{342C12D9-05DF-994B-D92B-E4C15E88632A}"/>
          </ac:picMkLst>
        </pc:picChg>
        <pc:picChg chg="add mod">
          <ac:chgData name="zolotay79@gmail.com" userId="53193becbddd9fea" providerId="LiveId" clId="{D8809C54-A508-4DCA-B7F9-B55381D708C1}" dt="2026-02-19T19:03:30.679" v="276" actId="1076"/>
          <ac:picMkLst>
            <pc:docMk/>
            <pc:sldMk cId="4170661290" sldId="259"/>
            <ac:picMk id="2050" creationId="{2958834D-AF10-7281-3279-40575ACBB0AF}"/>
          </ac:picMkLst>
        </pc:picChg>
      </pc:sldChg>
      <pc:sldChg chg="addSp delSp modSp new mod">
        <pc:chgData name="zolotay79@gmail.com" userId="53193becbddd9fea" providerId="LiveId" clId="{D8809C54-A508-4DCA-B7F9-B55381D708C1}" dt="2026-02-19T19:16:39.648" v="358" actId="2085"/>
        <pc:sldMkLst>
          <pc:docMk/>
          <pc:sldMk cId="1559653193" sldId="260"/>
        </pc:sldMkLst>
        <pc:spChg chg="add mod">
          <ac:chgData name="zolotay79@gmail.com" userId="53193becbddd9fea" providerId="LiveId" clId="{D8809C54-A508-4DCA-B7F9-B55381D708C1}" dt="2026-02-19T19:16:39.648" v="358" actId="2085"/>
          <ac:spMkLst>
            <pc:docMk/>
            <pc:sldMk cId="1559653193" sldId="260"/>
            <ac:spMk id="2" creationId="{29027010-7EC7-AEAF-8DF6-B2F1B8EAC24F}"/>
          </ac:spMkLst>
        </pc:spChg>
        <pc:picChg chg="add mod">
          <ac:chgData name="zolotay79@gmail.com" userId="53193becbddd9fea" providerId="LiveId" clId="{D8809C54-A508-4DCA-B7F9-B55381D708C1}" dt="2026-02-19T19:09:11.493" v="317" actId="14100"/>
          <ac:picMkLst>
            <pc:docMk/>
            <pc:sldMk cId="1559653193" sldId="260"/>
            <ac:picMk id="4" creationId="{E4C20509-14DA-AD64-748A-DD877D33463E}"/>
          </ac:picMkLst>
        </pc:picChg>
        <pc:picChg chg="add mod">
          <ac:chgData name="zolotay79@gmail.com" userId="53193becbddd9fea" providerId="LiveId" clId="{D8809C54-A508-4DCA-B7F9-B55381D708C1}" dt="2026-02-19T19:08:54.357" v="313" actId="14100"/>
          <ac:picMkLst>
            <pc:docMk/>
            <pc:sldMk cId="1559653193" sldId="260"/>
            <ac:picMk id="6" creationId="{EE46BE56-43B9-38FD-5B0D-A90C2230C7C4}"/>
          </ac:picMkLst>
        </pc:picChg>
        <pc:picChg chg="add del mod">
          <ac:chgData name="zolotay79@gmail.com" userId="53193becbddd9fea" providerId="LiveId" clId="{D8809C54-A508-4DCA-B7F9-B55381D708C1}" dt="2026-02-19T18:48:28.964" v="127" actId="21"/>
          <ac:picMkLst>
            <pc:docMk/>
            <pc:sldMk cId="1559653193" sldId="260"/>
            <ac:picMk id="2050" creationId="{2958834D-AF10-7281-3279-40575ACBB0AF}"/>
          </ac:picMkLst>
        </pc:picChg>
      </pc:sldChg>
      <pc:sldChg chg="addSp delSp modSp new mod">
        <pc:chgData name="zolotay79@gmail.com" userId="53193becbddd9fea" providerId="LiveId" clId="{D8809C54-A508-4DCA-B7F9-B55381D708C1}" dt="2026-02-19T19:16:30.283" v="357" actId="2085"/>
        <pc:sldMkLst>
          <pc:docMk/>
          <pc:sldMk cId="2864192888" sldId="261"/>
        </pc:sldMkLst>
        <pc:spChg chg="add mod">
          <ac:chgData name="zolotay79@gmail.com" userId="53193becbddd9fea" providerId="LiveId" clId="{D8809C54-A508-4DCA-B7F9-B55381D708C1}" dt="2026-02-19T19:16:30.283" v="357" actId="2085"/>
          <ac:spMkLst>
            <pc:docMk/>
            <pc:sldMk cId="2864192888" sldId="261"/>
            <ac:spMk id="2" creationId="{7FCC1D9B-7174-0CCB-D3CD-D58B5E59ECC1}"/>
          </ac:spMkLst>
        </pc:spChg>
        <pc:spChg chg="add mod">
          <ac:chgData name="zolotay79@gmail.com" userId="53193becbddd9fea" providerId="LiveId" clId="{D8809C54-A508-4DCA-B7F9-B55381D708C1}" dt="2026-02-19T19:15:58.875" v="355" actId="207"/>
          <ac:spMkLst>
            <pc:docMk/>
            <pc:sldMk cId="2864192888" sldId="261"/>
            <ac:spMk id="3" creationId="{6510C55E-7DF8-8194-95D6-84B33D04AC6E}"/>
          </ac:spMkLst>
        </pc:spChg>
        <pc:picChg chg="add del mod">
          <ac:chgData name="zolotay79@gmail.com" userId="53193becbddd9fea" providerId="LiveId" clId="{D8809C54-A508-4DCA-B7F9-B55381D708C1}" dt="2026-02-19T19:10:51.494" v="329" actId="478"/>
          <ac:picMkLst>
            <pc:docMk/>
            <pc:sldMk cId="2864192888" sldId="261"/>
            <ac:picMk id="13314" creationId="{0D84F9F4-5ED7-E734-11CE-587B66ECD880}"/>
          </ac:picMkLst>
        </pc:picChg>
        <pc:picChg chg="add mod">
          <ac:chgData name="zolotay79@gmail.com" userId="53193becbddd9fea" providerId="LiveId" clId="{D8809C54-A508-4DCA-B7F9-B55381D708C1}" dt="2026-02-19T19:13:37.799" v="342" actId="14100"/>
          <ac:picMkLst>
            <pc:docMk/>
            <pc:sldMk cId="2864192888" sldId="261"/>
            <ac:picMk id="13316" creationId="{52C97EEC-9168-92E3-C5D8-5ABF280BE43D}"/>
          </ac:picMkLst>
        </pc:picChg>
        <pc:picChg chg="add mod">
          <ac:chgData name="zolotay79@gmail.com" userId="53193becbddd9fea" providerId="LiveId" clId="{D8809C54-A508-4DCA-B7F9-B55381D708C1}" dt="2026-02-19T19:13:33.439" v="341" actId="14100"/>
          <ac:picMkLst>
            <pc:docMk/>
            <pc:sldMk cId="2864192888" sldId="261"/>
            <ac:picMk id="13318" creationId="{1EAFA247-A93D-47E0-A4B4-9D291B056F74}"/>
          </ac:picMkLst>
        </pc:picChg>
      </pc:sldChg>
      <pc:sldChg chg="addSp delSp modSp new mod">
        <pc:chgData name="zolotay79@gmail.com" userId="53193becbddd9fea" providerId="LiveId" clId="{D8809C54-A508-4DCA-B7F9-B55381D708C1}" dt="2026-02-19T19:23:56.411" v="417" actId="2085"/>
        <pc:sldMkLst>
          <pc:docMk/>
          <pc:sldMk cId="3916451744" sldId="262"/>
        </pc:sldMkLst>
        <pc:spChg chg="add mod">
          <ac:chgData name="zolotay79@gmail.com" userId="53193becbddd9fea" providerId="LiveId" clId="{D8809C54-A508-4DCA-B7F9-B55381D708C1}" dt="2026-02-19T19:23:56.411" v="417" actId="2085"/>
          <ac:spMkLst>
            <pc:docMk/>
            <pc:sldMk cId="3916451744" sldId="262"/>
            <ac:spMk id="2" creationId="{38D5A904-2DD5-2F2F-A7C0-E2F8CBA15B3D}"/>
          </ac:spMkLst>
        </pc:spChg>
        <pc:picChg chg="add mod">
          <ac:chgData name="zolotay79@gmail.com" userId="53193becbddd9fea" providerId="LiveId" clId="{D8809C54-A508-4DCA-B7F9-B55381D708C1}" dt="2026-02-19T19:18:49.073" v="376" actId="14100"/>
          <ac:picMkLst>
            <pc:docMk/>
            <pc:sldMk cId="3916451744" sldId="262"/>
            <ac:picMk id="4" creationId="{E0008D67-2FAC-87E2-C115-50581655EF17}"/>
          </ac:picMkLst>
        </pc:picChg>
        <pc:picChg chg="add del mod">
          <ac:chgData name="zolotay79@gmail.com" userId="53193becbddd9fea" providerId="LiveId" clId="{D8809C54-A508-4DCA-B7F9-B55381D708C1}" dt="2026-02-19T19:19:07.790" v="379" actId="478"/>
          <ac:picMkLst>
            <pc:docMk/>
            <pc:sldMk cId="3916451744" sldId="262"/>
            <ac:picMk id="6" creationId="{64D6DC2A-F6FD-5FD6-C550-75C9E61CF59E}"/>
          </ac:picMkLst>
        </pc:picChg>
        <pc:picChg chg="add mod">
          <ac:chgData name="zolotay79@gmail.com" userId="53193becbddd9fea" providerId="LiveId" clId="{D8809C54-A508-4DCA-B7F9-B55381D708C1}" dt="2026-02-19T19:19:49.496" v="383" actId="14100"/>
          <ac:picMkLst>
            <pc:docMk/>
            <pc:sldMk cId="3916451744" sldId="262"/>
            <ac:picMk id="8" creationId="{39FDD5AD-2F1B-266F-5697-98647A2FC008}"/>
          </ac:picMkLst>
        </pc:picChg>
      </pc:sldChg>
      <pc:sldChg chg="addSp delSp modSp new mod">
        <pc:chgData name="zolotay79@gmail.com" userId="53193becbddd9fea" providerId="LiveId" clId="{D8809C54-A508-4DCA-B7F9-B55381D708C1}" dt="2026-02-19T19:24:23.902" v="420"/>
        <pc:sldMkLst>
          <pc:docMk/>
          <pc:sldMk cId="2988563985" sldId="263"/>
        </pc:sldMkLst>
        <pc:spChg chg="add del mod">
          <ac:chgData name="zolotay79@gmail.com" userId="53193becbddd9fea" providerId="LiveId" clId="{D8809C54-A508-4DCA-B7F9-B55381D708C1}" dt="2026-02-19T19:24:20.635" v="419" actId="478"/>
          <ac:spMkLst>
            <pc:docMk/>
            <pc:sldMk cId="2988563985" sldId="263"/>
            <ac:spMk id="2" creationId="{59D2B4CC-777A-3F37-BE22-93A9776BCF0B}"/>
          </ac:spMkLst>
        </pc:spChg>
        <pc:spChg chg="add mod">
          <ac:chgData name="zolotay79@gmail.com" userId="53193becbddd9fea" providerId="LiveId" clId="{D8809C54-A508-4DCA-B7F9-B55381D708C1}" dt="2026-02-19T19:23:40.037" v="416" actId="207"/>
          <ac:spMkLst>
            <pc:docMk/>
            <pc:sldMk cId="2988563985" sldId="263"/>
            <ac:spMk id="3" creationId="{FD572CAC-1930-F38D-A0F1-046A31FCADB6}"/>
          </ac:spMkLst>
        </pc:spChg>
        <pc:spChg chg="add mod">
          <ac:chgData name="zolotay79@gmail.com" userId="53193becbddd9fea" providerId="LiveId" clId="{D8809C54-A508-4DCA-B7F9-B55381D708C1}" dt="2026-02-19T19:24:08.840" v="418"/>
          <ac:spMkLst>
            <pc:docMk/>
            <pc:sldMk cId="2988563985" sldId="263"/>
            <ac:spMk id="4" creationId="{15D8EBE6-0124-A9B6-2322-FF5A804AA364}"/>
          </ac:spMkLst>
        </pc:spChg>
        <pc:spChg chg="add mod">
          <ac:chgData name="zolotay79@gmail.com" userId="53193becbddd9fea" providerId="LiveId" clId="{D8809C54-A508-4DCA-B7F9-B55381D708C1}" dt="2026-02-19T19:24:23.902" v="420"/>
          <ac:spMkLst>
            <pc:docMk/>
            <pc:sldMk cId="2988563985" sldId="263"/>
            <ac:spMk id="5" creationId="{7A480707-6518-A54E-2BA0-74DFFEF15E6C}"/>
          </ac:spMkLst>
        </pc:spChg>
        <pc:picChg chg="add mod">
          <ac:chgData name="zolotay79@gmail.com" userId="53193becbddd9fea" providerId="LiveId" clId="{D8809C54-A508-4DCA-B7F9-B55381D708C1}" dt="2026-02-19T19:22:13.258" v="407" actId="14100"/>
          <ac:picMkLst>
            <pc:docMk/>
            <pc:sldMk cId="2988563985" sldId="263"/>
            <ac:picMk id="10242" creationId="{1985E227-A5F9-551A-C9F4-8CF54CCDE52D}"/>
          </ac:picMkLst>
        </pc:picChg>
        <pc:picChg chg="add del mod">
          <ac:chgData name="zolotay79@gmail.com" userId="53193becbddd9fea" providerId="LiveId" clId="{D8809C54-A508-4DCA-B7F9-B55381D708C1}" dt="2026-02-19T19:21:14.467" v="393" actId="478"/>
          <ac:picMkLst>
            <pc:docMk/>
            <pc:sldMk cId="2988563985" sldId="263"/>
            <ac:picMk id="11266" creationId="{717A7AAF-57E2-EB3F-EA6C-3DAF3DE2685A}"/>
          </ac:picMkLst>
        </pc:picChg>
        <pc:picChg chg="add del mod">
          <ac:chgData name="zolotay79@gmail.com" userId="53193becbddd9fea" providerId="LiveId" clId="{D8809C54-A508-4DCA-B7F9-B55381D708C1}" dt="2026-02-19T19:21:14.467" v="393" actId="478"/>
          <ac:picMkLst>
            <pc:docMk/>
            <pc:sldMk cId="2988563985" sldId="263"/>
            <ac:picMk id="11268" creationId="{A91CFCDC-2C98-25EB-C463-D08B57BFA639}"/>
          </ac:picMkLst>
        </pc:picChg>
        <pc:picChg chg="add mod">
          <ac:chgData name="zolotay79@gmail.com" userId="53193becbddd9fea" providerId="LiveId" clId="{D8809C54-A508-4DCA-B7F9-B55381D708C1}" dt="2026-02-19T19:21:37.934" v="399" actId="14100"/>
          <ac:picMkLst>
            <pc:docMk/>
            <pc:sldMk cId="2988563985" sldId="263"/>
            <ac:picMk id="11270" creationId="{29FF8002-DF2B-A984-8D9C-9855BD8EAC77}"/>
          </ac:picMkLst>
        </pc:picChg>
      </pc:sldChg>
      <pc:sldChg chg="addSp delSp modSp new mod">
        <pc:chgData name="zolotay79@gmail.com" userId="53193becbddd9fea" providerId="LiveId" clId="{D8809C54-A508-4DCA-B7F9-B55381D708C1}" dt="2026-02-19T19:31:58.093" v="472" actId="2085"/>
        <pc:sldMkLst>
          <pc:docMk/>
          <pc:sldMk cId="1625445718" sldId="264"/>
        </pc:sldMkLst>
        <pc:spChg chg="add mod">
          <ac:chgData name="zolotay79@gmail.com" userId="53193becbddd9fea" providerId="LiveId" clId="{D8809C54-A508-4DCA-B7F9-B55381D708C1}" dt="2026-02-19T19:31:58.093" v="472" actId="2085"/>
          <ac:spMkLst>
            <pc:docMk/>
            <pc:sldMk cId="1625445718" sldId="264"/>
            <ac:spMk id="2" creationId="{F9E753F8-1E0A-4AEE-CEA4-4A6663147DCA}"/>
          </ac:spMkLst>
        </pc:spChg>
        <pc:picChg chg="add mod">
          <ac:chgData name="zolotay79@gmail.com" userId="53193becbddd9fea" providerId="LiveId" clId="{D8809C54-A508-4DCA-B7F9-B55381D708C1}" dt="2026-02-19T19:27:41.649" v="433" actId="14100"/>
          <ac:picMkLst>
            <pc:docMk/>
            <pc:sldMk cId="1625445718" sldId="264"/>
            <ac:picMk id="4" creationId="{7FDED647-D333-568A-60ED-22CCDA0DADA2}"/>
          </ac:picMkLst>
        </pc:picChg>
        <pc:picChg chg="add mod">
          <ac:chgData name="zolotay79@gmail.com" userId="53193becbddd9fea" providerId="LiveId" clId="{D8809C54-A508-4DCA-B7F9-B55381D708C1}" dt="2026-02-19T19:28:05.057" v="438" actId="14100"/>
          <ac:picMkLst>
            <pc:docMk/>
            <pc:sldMk cId="1625445718" sldId="264"/>
            <ac:picMk id="6" creationId="{FAF2A0DC-6004-B452-01E2-3983BC1B3FCB}"/>
          </ac:picMkLst>
        </pc:picChg>
        <pc:picChg chg="add del mod">
          <ac:chgData name="zolotay79@gmail.com" userId="53193becbddd9fea" providerId="LiveId" clId="{D8809C54-A508-4DCA-B7F9-B55381D708C1}" dt="2026-02-19T19:22:01.190" v="404" actId="21"/>
          <ac:picMkLst>
            <pc:docMk/>
            <pc:sldMk cId="1625445718" sldId="264"/>
            <ac:picMk id="10242" creationId="{1985E227-A5F9-551A-C9F4-8CF54CCDE52D}"/>
          </ac:picMkLst>
        </pc:picChg>
      </pc:sldChg>
      <pc:sldChg chg="addSp delSp modSp new mod">
        <pc:chgData name="zolotay79@gmail.com" userId="53193becbddd9fea" providerId="LiveId" clId="{D8809C54-A508-4DCA-B7F9-B55381D708C1}" dt="2026-02-19T19:31:38.263" v="470" actId="2085"/>
        <pc:sldMkLst>
          <pc:docMk/>
          <pc:sldMk cId="343458956" sldId="265"/>
        </pc:sldMkLst>
        <pc:spChg chg="add del mod">
          <ac:chgData name="zolotay79@gmail.com" userId="53193becbddd9fea" providerId="LiveId" clId="{D8809C54-A508-4DCA-B7F9-B55381D708C1}" dt="2026-02-19T19:25:27.323" v="425" actId="478"/>
          <ac:spMkLst>
            <pc:docMk/>
            <pc:sldMk cId="343458956" sldId="265"/>
            <ac:spMk id="2" creationId="{BF20ADC1-D65D-B0A4-4FFE-6DB5E380AEC5}"/>
          </ac:spMkLst>
        </pc:spChg>
        <pc:spChg chg="add mod">
          <ac:chgData name="zolotay79@gmail.com" userId="53193becbddd9fea" providerId="LiveId" clId="{D8809C54-A508-4DCA-B7F9-B55381D708C1}" dt="2026-02-19T19:31:38.263" v="470" actId="2085"/>
          <ac:spMkLst>
            <pc:docMk/>
            <pc:sldMk cId="343458956" sldId="265"/>
            <ac:spMk id="3" creationId="{5D7448D9-622E-C755-356B-A6B3454C6BFF}"/>
          </ac:spMkLst>
        </pc:spChg>
        <pc:spChg chg="add mod">
          <ac:chgData name="zolotay79@gmail.com" userId="53193becbddd9fea" providerId="LiveId" clId="{D8809C54-A508-4DCA-B7F9-B55381D708C1}" dt="2026-02-19T19:31:24.289" v="467" actId="113"/>
          <ac:spMkLst>
            <pc:docMk/>
            <pc:sldMk cId="343458956" sldId="265"/>
            <ac:spMk id="4" creationId="{7D82BDED-D8A3-0A79-C626-14BA1FC66ACC}"/>
          </ac:spMkLst>
        </pc:spChg>
        <pc:picChg chg="add mod">
          <ac:chgData name="zolotay79@gmail.com" userId="53193becbddd9fea" providerId="LiveId" clId="{D8809C54-A508-4DCA-B7F9-B55381D708C1}" dt="2026-02-19T19:30:04.684" v="459" actId="1076"/>
          <ac:picMkLst>
            <pc:docMk/>
            <pc:sldMk cId="343458956" sldId="265"/>
            <ac:picMk id="8194" creationId="{264B0650-C947-1814-D47C-2BF4991A2CA8}"/>
          </ac:picMkLst>
        </pc:picChg>
        <pc:picChg chg="add mod">
          <ac:chgData name="zolotay79@gmail.com" userId="53193becbddd9fea" providerId="LiveId" clId="{D8809C54-A508-4DCA-B7F9-B55381D708C1}" dt="2026-02-19T19:29:18.623" v="449" actId="14100"/>
          <ac:picMkLst>
            <pc:docMk/>
            <pc:sldMk cId="343458956" sldId="265"/>
            <ac:picMk id="9218" creationId="{D5F3F44F-2FEA-1965-84E7-00B6F68B3DDE}"/>
          </ac:picMkLst>
        </pc:picChg>
      </pc:sldChg>
      <pc:sldChg chg="addSp delSp modSp new mod">
        <pc:chgData name="zolotay79@gmail.com" userId="53193becbddd9fea" providerId="LiveId" clId="{D8809C54-A508-4DCA-B7F9-B55381D708C1}" dt="2026-02-19T19:40:39.649" v="517" actId="1076"/>
        <pc:sldMkLst>
          <pc:docMk/>
          <pc:sldMk cId="3873533896" sldId="266"/>
        </pc:sldMkLst>
        <pc:spChg chg="add mod">
          <ac:chgData name="zolotay79@gmail.com" userId="53193becbddd9fea" providerId="LiveId" clId="{D8809C54-A508-4DCA-B7F9-B55381D708C1}" dt="2026-02-19T19:37:17.099" v="496" actId="313"/>
          <ac:spMkLst>
            <pc:docMk/>
            <pc:sldMk cId="3873533896" sldId="266"/>
            <ac:spMk id="2" creationId="{2D8A74A2-C641-3666-D3BF-BD2D5A125465}"/>
          </ac:spMkLst>
        </pc:spChg>
        <pc:spChg chg="add del">
          <ac:chgData name="zolotay79@gmail.com" userId="53193becbddd9fea" providerId="LiveId" clId="{D8809C54-A508-4DCA-B7F9-B55381D708C1}" dt="2026-02-19T19:40:07.234" v="510" actId="478"/>
          <ac:spMkLst>
            <pc:docMk/>
            <pc:sldMk cId="3873533896" sldId="266"/>
            <ac:spMk id="7" creationId="{81AD33F4-6705-ABAD-5D97-F84E1E3B1707}"/>
          </ac:spMkLst>
        </pc:spChg>
        <pc:picChg chg="add mod">
          <ac:chgData name="zolotay79@gmail.com" userId="53193becbddd9fea" providerId="LiveId" clId="{D8809C54-A508-4DCA-B7F9-B55381D708C1}" dt="2026-02-19T19:40:39.649" v="517" actId="1076"/>
          <ac:picMkLst>
            <pc:docMk/>
            <pc:sldMk cId="3873533896" sldId="266"/>
            <ac:picMk id="4" creationId="{0D24A716-E74B-3A26-6FF2-D064F39F20DD}"/>
          </ac:picMkLst>
        </pc:picChg>
        <pc:picChg chg="add mod">
          <ac:chgData name="zolotay79@gmail.com" userId="53193becbddd9fea" providerId="LiveId" clId="{D8809C54-A508-4DCA-B7F9-B55381D708C1}" dt="2026-02-19T19:40:27.825" v="514" actId="14100"/>
          <ac:picMkLst>
            <pc:docMk/>
            <pc:sldMk cId="3873533896" sldId="266"/>
            <ac:picMk id="6" creationId="{A53DF1F9-38A0-6A79-6C9B-68F802E2AA63}"/>
          </ac:picMkLst>
        </pc:picChg>
        <pc:picChg chg="add del mod">
          <ac:chgData name="zolotay79@gmail.com" userId="53193becbddd9fea" providerId="LiveId" clId="{D8809C54-A508-4DCA-B7F9-B55381D708C1}" dt="2026-02-19T19:29:51.479" v="457" actId="21"/>
          <ac:picMkLst>
            <pc:docMk/>
            <pc:sldMk cId="3873533896" sldId="266"/>
            <ac:picMk id="8194" creationId="{264B0650-C947-1814-D47C-2BF4991A2CA8}"/>
          </ac:picMkLst>
        </pc:picChg>
      </pc:sldChg>
      <pc:sldChg chg="addSp delSp modSp new mod">
        <pc:chgData name="zolotay79@gmail.com" userId="53193becbddd9fea" providerId="LiveId" clId="{D8809C54-A508-4DCA-B7F9-B55381D708C1}" dt="2026-02-19T19:37:31.527" v="499"/>
        <pc:sldMkLst>
          <pc:docMk/>
          <pc:sldMk cId="1152004" sldId="267"/>
        </pc:sldMkLst>
        <pc:spChg chg="add del mod">
          <ac:chgData name="zolotay79@gmail.com" userId="53193becbddd9fea" providerId="LiveId" clId="{D8809C54-A508-4DCA-B7F9-B55381D708C1}" dt="2026-02-19T19:37:29.952" v="498" actId="478"/>
          <ac:spMkLst>
            <pc:docMk/>
            <pc:sldMk cId="1152004" sldId="267"/>
            <ac:spMk id="2" creationId="{AC2EAB70-36A3-599B-84EA-F643EA00B13E}"/>
          </ac:spMkLst>
        </pc:spChg>
        <pc:spChg chg="add mod">
          <ac:chgData name="zolotay79@gmail.com" userId="53193becbddd9fea" providerId="LiveId" clId="{D8809C54-A508-4DCA-B7F9-B55381D708C1}" dt="2026-02-19T19:36:09.703" v="491" actId="113"/>
          <ac:spMkLst>
            <pc:docMk/>
            <pc:sldMk cId="1152004" sldId="267"/>
            <ac:spMk id="5" creationId="{BA787D4E-4805-1629-566E-4898F9AA2ABE}"/>
          </ac:spMkLst>
        </pc:spChg>
        <pc:spChg chg="add mod">
          <ac:chgData name="zolotay79@gmail.com" userId="53193becbddd9fea" providerId="LiveId" clId="{D8809C54-A508-4DCA-B7F9-B55381D708C1}" dt="2026-02-19T19:37:24.816" v="497"/>
          <ac:spMkLst>
            <pc:docMk/>
            <pc:sldMk cId="1152004" sldId="267"/>
            <ac:spMk id="6" creationId="{2E61B2DB-507F-7E03-8BAC-DC582FC4B68D}"/>
          </ac:spMkLst>
        </pc:spChg>
        <pc:spChg chg="add mod">
          <ac:chgData name="zolotay79@gmail.com" userId="53193becbddd9fea" providerId="LiveId" clId="{D8809C54-A508-4DCA-B7F9-B55381D708C1}" dt="2026-02-19T19:37:31.527" v="499"/>
          <ac:spMkLst>
            <pc:docMk/>
            <pc:sldMk cId="1152004" sldId="267"/>
            <ac:spMk id="7" creationId="{DEB0DD58-338E-92EF-D638-EDD1C3607737}"/>
          </ac:spMkLst>
        </pc:spChg>
        <pc:picChg chg="add mod">
          <ac:chgData name="zolotay79@gmail.com" userId="53193becbddd9fea" providerId="LiveId" clId="{D8809C54-A508-4DCA-B7F9-B55381D708C1}" dt="2026-02-19T19:34:37.130" v="479" actId="1076"/>
          <ac:picMkLst>
            <pc:docMk/>
            <pc:sldMk cId="1152004" sldId="267"/>
            <ac:picMk id="4" creationId="{C74C2EDB-C7AE-DE50-91A7-FBC1647094D1}"/>
          </ac:picMkLst>
        </pc:picChg>
      </pc:sldChg>
      <pc:sldChg chg="addSp delSp modSp new mod ord">
        <pc:chgData name="zolotay79@gmail.com" userId="53193becbddd9fea" providerId="LiveId" clId="{D8809C54-A508-4DCA-B7F9-B55381D708C1}" dt="2026-02-19T19:52:53.586" v="592" actId="207"/>
        <pc:sldMkLst>
          <pc:docMk/>
          <pc:sldMk cId="529621934" sldId="268"/>
        </pc:sldMkLst>
        <pc:spChg chg="add mod">
          <ac:chgData name="zolotay79@gmail.com" userId="53193becbddd9fea" providerId="LiveId" clId="{D8809C54-A508-4DCA-B7F9-B55381D708C1}" dt="2026-02-19T19:50:40.318" v="579" actId="20577"/>
          <ac:spMkLst>
            <pc:docMk/>
            <pc:sldMk cId="529621934" sldId="268"/>
            <ac:spMk id="2" creationId="{13BD1DD1-7771-5D79-5908-3A8827F54B19}"/>
          </ac:spMkLst>
        </pc:spChg>
        <pc:spChg chg="add mod">
          <ac:chgData name="zolotay79@gmail.com" userId="53193becbddd9fea" providerId="LiveId" clId="{D8809C54-A508-4DCA-B7F9-B55381D708C1}" dt="2026-02-19T19:52:53.586" v="592" actId="207"/>
          <ac:spMkLst>
            <pc:docMk/>
            <pc:sldMk cId="529621934" sldId="268"/>
            <ac:spMk id="3" creationId="{A21ABD48-6B02-ED7A-77FB-0713796166AA}"/>
          </ac:spMkLst>
        </pc:spChg>
        <pc:picChg chg="add del mod">
          <ac:chgData name="zolotay79@gmail.com" userId="53193becbddd9fea" providerId="LiveId" clId="{D8809C54-A508-4DCA-B7F9-B55381D708C1}" dt="2026-02-19T19:51:38.928" v="580" actId="478"/>
          <ac:picMkLst>
            <pc:docMk/>
            <pc:sldMk cId="529621934" sldId="268"/>
            <ac:picMk id="6146" creationId="{859F7DAF-3CCD-1C73-8C8C-A7D68C211C0E}"/>
          </ac:picMkLst>
        </pc:picChg>
        <pc:picChg chg="add mod">
          <ac:chgData name="zolotay79@gmail.com" userId="53193becbddd9fea" providerId="LiveId" clId="{D8809C54-A508-4DCA-B7F9-B55381D708C1}" dt="2026-02-19T19:51:57.473" v="584" actId="14100"/>
          <ac:picMkLst>
            <pc:docMk/>
            <pc:sldMk cId="529621934" sldId="268"/>
            <ac:picMk id="6148" creationId="{52B13BB4-BE1D-315C-3168-396D020B1EA2}"/>
          </ac:picMkLst>
        </pc:picChg>
      </pc:sldChg>
      <pc:sldChg chg="addSp delSp modSp new mod">
        <pc:chgData name="zolotay79@gmail.com" userId="53193becbddd9fea" providerId="LiveId" clId="{D8809C54-A508-4DCA-B7F9-B55381D708C1}" dt="2026-02-19T19:43:56.209" v="535" actId="14100"/>
        <pc:sldMkLst>
          <pc:docMk/>
          <pc:sldMk cId="1705736828" sldId="269"/>
        </pc:sldMkLst>
        <pc:spChg chg="add del mod">
          <ac:chgData name="zolotay79@gmail.com" userId="53193becbddd9fea" providerId="LiveId" clId="{D8809C54-A508-4DCA-B7F9-B55381D708C1}" dt="2026-02-19T19:42:18.151" v="528" actId="478"/>
          <ac:spMkLst>
            <pc:docMk/>
            <pc:sldMk cId="1705736828" sldId="269"/>
            <ac:spMk id="2" creationId="{7035A444-D941-90C0-63A0-D6AF763E914E}"/>
          </ac:spMkLst>
        </pc:spChg>
        <pc:spChg chg="add mod">
          <ac:chgData name="zolotay79@gmail.com" userId="53193becbddd9fea" providerId="LiveId" clId="{D8809C54-A508-4DCA-B7F9-B55381D708C1}" dt="2026-02-19T19:42:19.668" v="529"/>
          <ac:spMkLst>
            <pc:docMk/>
            <pc:sldMk cId="1705736828" sldId="269"/>
            <ac:spMk id="3" creationId="{319F0F14-35DC-9BF3-C693-44333F36CA82}"/>
          </ac:spMkLst>
        </pc:spChg>
        <pc:picChg chg="add mod">
          <ac:chgData name="zolotay79@gmail.com" userId="53193becbddd9fea" providerId="LiveId" clId="{D8809C54-A508-4DCA-B7F9-B55381D708C1}" dt="2026-02-19T19:43:56.209" v="535" actId="14100"/>
          <ac:picMkLst>
            <pc:docMk/>
            <pc:sldMk cId="1705736828" sldId="269"/>
            <ac:picMk id="5" creationId="{8C252F95-53DA-6C75-8028-098500B6876F}"/>
          </ac:picMkLst>
        </pc:picChg>
        <pc:picChg chg="add mod">
          <ac:chgData name="zolotay79@gmail.com" userId="53193becbddd9fea" providerId="LiveId" clId="{D8809C54-A508-4DCA-B7F9-B55381D708C1}" dt="2026-02-19T19:43:43.682" v="533" actId="14100"/>
          <ac:picMkLst>
            <pc:docMk/>
            <pc:sldMk cId="1705736828" sldId="269"/>
            <ac:picMk id="7" creationId="{7468E74A-A959-87A8-DA29-6BFE71D17409}"/>
          </ac:picMkLst>
        </pc:picChg>
      </pc:sldChg>
      <pc:sldChg chg="addSp delSp modSp new mod">
        <pc:chgData name="zolotay79@gmail.com" userId="53193becbddd9fea" providerId="LiveId" clId="{D8809C54-A508-4DCA-B7F9-B55381D708C1}" dt="2026-02-19T19:49:41.304" v="567"/>
        <pc:sldMkLst>
          <pc:docMk/>
          <pc:sldMk cId="4758737" sldId="270"/>
        </pc:sldMkLst>
        <pc:spChg chg="add del mod">
          <ac:chgData name="zolotay79@gmail.com" userId="53193becbddd9fea" providerId="LiveId" clId="{D8809C54-A508-4DCA-B7F9-B55381D708C1}" dt="2026-02-19T19:49:39.775" v="566" actId="478"/>
          <ac:spMkLst>
            <pc:docMk/>
            <pc:sldMk cId="4758737" sldId="270"/>
            <ac:spMk id="2" creationId="{2A87B071-2CF4-73E9-03DE-918D45F20CFA}"/>
          </ac:spMkLst>
        </pc:spChg>
        <pc:spChg chg="add mod">
          <ac:chgData name="zolotay79@gmail.com" userId="53193becbddd9fea" providerId="LiveId" clId="{D8809C54-A508-4DCA-B7F9-B55381D708C1}" dt="2026-02-19T19:48:41.281" v="561" actId="14100"/>
          <ac:spMkLst>
            <pc:docMk/>
            <pc:sldMk cId="4758737" sldId="270"/>
            <ac:spMk id="3" creationId="{5FB334BE-44AC-12B5-45DD-5646DDE0DD74}"/>
          </ac:spMkLst>
        </pc:spChg>
        <pc:spChg chg="add mod">
          <ac:chgData name="zolotay79@gmail.com" userId="53193becbddd9fea" providerId="LiveId" clId="{D8809C54-A508-4DCA-B7F9-B55381D708C1}" dt="2026-02-19T19:49:41.304" v="567"/>
          <ac:spMkLst>
            <pc:docMk/>
            <pc:sldMk cId="4758737" sldId="270"/>
            <ac:spMk id="4" creationId="{431B0D71-10FE-A3B3-734E-47BEF758B230}"/>
          </ac:spMkLst>
        </pc:spChg>
        <pc:picChg chg="add mod">
          <ac:chgData name="zolotay79@gmail.com" userId="53193becbddd9fea" providerId="LiveId" clId="{D8809C54-A508-4DCA-B7F9-B55381D708C1}" dt="2026-02-19T19:49:00.202" v="565" actId="1076"/>
          <ac:picMkLst>
            <pc:docMk/>
            <pc:sldMk cId="4758737" sldId="270"/>
            <ac:picMk id="4098" creationId="{84B93123-D8AF-744C-6742-E5C127220DBB}"/>
          </ac:picMkLst>
        </pc:picChg>
        <pc:picChg chg="add mod">
          <ac:chgData name="zolotay79@gmail.com" userId="53193becbddd9fea" providerId="LiveId" clId="{D8809C54-A508-4DCA-B7F9-B55381D708C1}" dt="2026-02-19T19:48:57.446" v="564" actId="1076"/>
          <ac:picMkLst>
            <pc:docMk/>
            <pc:sldMk cId="4758737" sldId="270"/>
            <ac:picMk id="4100" creationId="{3D3CF672-CC33-51BB-F565-D8F083B6CB73}"/>
          </ac:picMkLst>
        </pc:picChg>
      </pc:sldChg>
      <pc:sldChg chg="addSp delSp modSp new del mod">
        <pc:chgData name="zolotay79@gmail.com" userId="53193becbddd9fea" providerId="LiveId" clId="{D8809C54-A508-4DCA-B7F9-B55381D708C1}" dt="2026-02-19T18:58:55.769" v="232" actId="47"/>
        <pc:sldMkLst>
          <pc:docMk/>
          <pc:sldMk cId="4179826788" sldId="271"/>
        </pc:sldMkLst>
        <pc:spChg chg="add del mod">
          <ac:chgData name="zolotay79@gmail.com" userId="53193becbddd9fea" providerId="LiveId" clId="{D8809C54-A508-4DCA-B7F9-B55381D708C1}" dt="2026-02-19T18:58:37.237" v="230" actId="478"/>
          <ac:spMkLst>
            <pc:docMk/>
            <pc:sldMk cId="4179826788" sldId="271"/>
            <ac:spMk id="2" creationId="{1E94DF38-C7CA-77BA-D368-AF6652E6E239}"/>
          </ac:spMkLst>
        </pc:spChg>
      </pc:sldChg>
      <pc:sldChg chg="delSp modSp add mod">
        <pc:chgData name="zolotay79@gmail.com" userId="53193becbddd9fea" providerId="LiveId" clId="{D8809C54-A508-4DCA-B7F9-B55381D708C1}" dt="2026-02-19T18:59:57.238" v="257" actId="255"/>
        <pc:sldMkLst>
          <pc:docMk/>
          <pc:sldMk cId="3386920828" sldId="272"/>
        </pc:sldMkLst>
        <pc:spChg chg="mod">
          <ac:chgData name="zolotay79@gmail.com" userId="53193becbddd9fea" providerId="LiveId" clId="{D8809C54-A508-4DCA-B7F9-B55381D708C1}" dt="2026-02-19T18:59:57.238" v="257" actId="255"/>
          <ac:spMkLst>
            <pc:docMk/>
            <pc:sldMk cId="3386920828" sldId="272"/>
            <ac:spMk id="3" creationId="{185C89E0-6871-19F2-0CC5-73267ED5A295}"/>
          </ac:spMkLst>
        </pc:spChg>
        <pc:spChg chg="del mod">
          <ac:chgData name="zolotay79@gmail.com" userId="53193becbddd9fea" providerId="LiveId" clId="{D8809C54-A508-4DCA-B7F9-B55381D708C1}" dt="2026-02-19T18:59:26.617" v="253" actId="478"/>
          <ac:spMkLst>
            <pc:docMk/>
            <pc:sldMk cId="3386920828" sldId="272"/>
            <ac:spMk id="4" creationId="{9DD12849-9C9C-0FC1-DA26-6894504A2F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DAE8C-CC5F-BE6C-511F-7B594C92C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3BEBBA-48D4-5BA5-4D91-39D53FDE0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7B552F-8983-A317-466D-772FB64E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636CC1-F7E4-2574-622A-DFC7950F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F8760E-C965-F620-2E0C-D61B8B74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66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57FEA-3B2B-B6B7-FA19-CB772B7F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5E11A5-D76D-ECF9-6CD8-00B44D91C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5B85E9-282F-5A05-5261-A06946C1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BD3FAF-7ECB-4151-230E-782C2429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215B63-E055-CE66-4870-CB4C7477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007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64F0C-7C58-8C0C-826E-C0032364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D70275-F2C5-3559-9347-50AE7402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DB5E14-B75D-1423-CC1C-C31348DF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4AE3FF-C400-AA5C-468A-F0B7B2E0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4BEAC0-96DF-DD65-F291-3A86B4037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0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209BA-4873-104F-4068-E203B981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004C15-2742-B9AB-F153-12B8B31B0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FCFA64-A661-2E9E-0CD2-0EEAB7C46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4D9F6C-615C-4B8A-8478-865F8DF0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81D716-2EC1-3CBD-E882-3ECD560E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B959A9-11EB-4B0A-A9EE-F6A001B6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5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DD6E0-A978-A2E1-B32E-8E5B92B9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8C4C18-3EC2-CE45-194C-5FFD7681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507D2A-2527-A9A3-8295-B1D432C44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CFC62B-CB69-DD9D-D696-D7930EB6F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09F3BF-6E12-D6CC-4426-D7359D4AC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B110F3-8692-7BE5-C5F3-8031D329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2CA503-BCE3-9CC6-E02E-AD1DDEBE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E387DFB-241F-CB0A-3F20-0744A9522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77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612BD-DD1F-47E2-6BD9-61084CCB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FB73C9-0EF8-DA95-C229-34A6D5E1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7419C7-D96B-1506-76D2-166A2874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1EE8DE-5049-FBF7-1D5D-9EAA5387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79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4149E5-CF89-401A-ABF8-46743CB8D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0385C5-67B9-C449-6684-D8E47C5D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EF9D50-6FC5-61FB-4A58-279352DB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4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D2C2E-A8F2-90D6-7EBC-4DE2463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6BF152-7BCF-1784-24FF-47AC65C72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329D29-5D8B-3A09-2116-0C5434C8F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A52926-DDF3-C0FA-36AF-04B81719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7BB7B3-084C-084F-BC43-9CA68191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AF3D4A-2B1D-0C4A-B215-96C2AA54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41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CB1B0-6F12-59D1-F88C-1A1AFA5D1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622584-C652-FC3F-42D7-357DE4035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323F14-0D0B-8BCB-0D05-1A9F3D407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828FD7-D77E-4AB1-A80A-B7490414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CD24A7-1448-3BE0-DC2E-271391B7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0879BB-5356-E4DD-B479-9963CB83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441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68B81-5A1E-68D6-E1DD-0B44550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F473B9-14CE-5591-19E9-DC623C871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0E65C6-2FE6-AE4E-BBB5-085CF595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7F1694-A493-60EE-5579-5C5A6E33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D1CA63-66E4-987F-9D56-5D3278CD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2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5490D1-4342-701F-A375-CB59AD90C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D80F40-48FB-AC35-777C-9032D47C9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4C9039-681D-17CB-A62C-956775DB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6E7864-B732-363D-89B4-37C647C5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278B9C-46E6-5E1B-1B70-DFC81E45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83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C1EFC-FD49-3240-D187-1234DE8B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41DA8E-0569-6BD3-AD26-9E65471D9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E2F1FA-5F36-89AC-8715-2E008A308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9506C-69C3-42A6-8EE3-112BC730AF4D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CA601B-9178-19F0-CBE3-2980B07A5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A64F2F-BE06-18A4-90D3-7D73AA25C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63504-AFB1-44B0-B401-8E30390553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16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E64A74-22A7-2AC2-F37E-3BE6E880E18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E2C0"/>
              </a:clrFrom>
              <a:clrTo>
                <a:srgbClr val="FFE2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AC69B0-3ECD-A15A-86C2-D7C449C3F7EF}"/>
              </a:ext>
            </a:extLst>
          </p:cNvPr>
          <p:cNvSpPr/>
          <p:nvPr/>
        </p:nvSpPr>
        <p:spPr>
          <a:xfrm>
            <a:off x="0" y="0"/>
            <a:ext cx="12192000" cy="1918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6000" b="1" i="1" dirty="0">
                <a:ln w="0"/>
                <a:solidFill>
                  <a:srgbClr val="00FFFF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продаж на  маркетплейсе Амазон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C712E74-965C-65FF-4D40-161202FA98CC}"/>
              </a:ext>
            </a:extLst>
          </p:cNvPr>
          <p:cNvSpPr/>
          <p:nvPr/>
        </p:nvSpPr>
        <p:spPr>
          <a:xfrm>
            <a:off x="0" y="5911273"/>
            <a:ext cx="3703782" cy="9467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1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выполнила Коробкова Мария</a:t>
            </a:r>
          </a:p>
          <a:p>
            <a:pPr algn="ctr"/>
            <a:r>
              <a:rPr lang="ru-RU" b="1" i="1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курса по анализу данных  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718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D96B74B-65B1-6752-9310-185C22F48416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визуализация локации пользователей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EF1B4E-5E4F-02C8-57CF-8606FD964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888" y="1308847"/>
            <a:ext cx="5129159" cy="509195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FEB25A-FF82-A7C0-DC47-AD24AE5CE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53" y="1308847"/>
            <a:ext cx="5186318" cy="509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71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>
            <a:extLst>
              <a:ext uri="{FF2B5EF4-FFF2-40B4-BE49-F238E27FC236}">
                <a16:creationId xmlns:a16="http://schemas.microsoft.com/office/drawing/2014/main" id="{342C12D9-05DF-994B-D92B-E4C15E886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224" y="932329"/>
            <a:ext cx="5898776" cy="592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958834D-AF10-7281-3279-40575ACBB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9741"/>
            <a:ext cx="5916706" cy="399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80DB57-F15B-F370-B3AA-D7F5CC47D898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визуализация локации пользователей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5DA93A-B24A-58A9-20A2-9E7A1DCEF602}"/>
              </a:ext>
            </a:extLst>
          </p:cNvPr>
          <p:cNvSpPr/>
          <p:nvPr/>
        </p:nvSpPr>
        <p:spPr>
          <a:xfrm>
            <a:off x="0" y="726141"/>
            <a:ext cx="5755341" cy="1721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Оба графика подчеркивают неравномерность географического распределения клиентской базы, где сформирован основной объем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4170661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027010-7EC7-AEAF-8DF6-B2F1B8EAC24F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количества заказов по дате заказов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C20509-14DA-AD64-748A-DD877D334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728" y="1480866"/>
            <a:ext cx="5773271" cy="44678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46BE56-43B9-38FD-5B0D-A90C2230C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0865"/>
            <a:ext cx="5773271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53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CC1D9B-7174-0CCB-D3CD-D58B5E59ECC1}"/>
              </a:ext>
            </a:extLst>
          </p:cNvPr>
          <p:cNvSpPr/>
          <p:nvPr/>
        </p:nvSpPr>
        <p:spPr>
          <a:xfrm>
            <a:off x="0" y="0"/>
            <a:ext cx="12192000" cy="53987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количества заказов по дате заказов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52C97EEC-9168-92E3-C5D8-5ABF280BE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5" y="539873"/>
            <a:ext cx="10434917" cy="309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1EAFA247-A93D-47E0-A4B4-9D291B056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5" y="3639670"/>
            <a:ext cx="10434917" cy="321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10C55E-7DF8-8194-95D6-84B33D04AC6E}"/>
              </a:ext>
            </a:extLst>
          </p:cNvPr>
          <p:cNvSpPr/>
          <p:nvPr/>
        </p:nvSpPr>
        <p:spPr>
          <a:xfrm>
            <a:off x="10596282" y="480606"/>
            <a:ext cx="1595718" cy="6318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заказов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дням показывает выраженную сезонность 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цикличность</a:t>
            </a:r>
          </a:p>
        </p:txBody>
      </p:sp>
    </p:spTree>
    <p:extLst>
      <p:ext uri="{BB962C8B-B14F-4D97-AF65-F5344CB8AC3E}">
        <p14:creationId xmlns:p14="http://schemas.microsoft.com/office/powerpoint/2010/main" val="286419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8D5A904-2DD5-2F2F-A7C0-E2F8CBA15B3D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продаж по дате заказов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008D67-2FAC-87E2-C115-50581655E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518" y="1361786"/>
            <a:ext cx="5401628" cy="46624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FDD5AD-2F1B-266F-5697-98647A2FC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1786"/>
            <a:ext cx="5719483" cy="466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5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Picture 6">
            <a:extLst>
              <a:ext uri="{FF2B5EF4-FFF2-40B4-BE49-F238E27FC236}">
                <a16:creationId xmlns:a16="http://schemas.microsoft.com/office/drawing/2014/main" id="{29FF8002-DF2B-A984-8D9C-9855BD8EA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5" y="699247"/>
            <a:ext cx="10309412" cy="349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1985E227-A5F9-551A-C9F4-8CF54CCDE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42" y="4195483"/>
            <a:ext cx="10201835" cy="266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D572CAC-1930-F38D-A0F1-046A31FCADB6}"/>
              </a:ext>
            </a:extLst>
          </p:cNvPr>
          <p:cNvSpPr/>
          <p:nvPr/>
        </p:nvSpPr>
        <p:spPr>
          <a:xfrm>
            <a:off x="10470777" y="699247"/>
            <a:ext cx="1721223" cy="6158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выручки по дням и месяцам демонстрирует устойчивую сезонную модель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480707-6518-A54E-2BA0-74DFFEF15E6C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продаж по дате заказов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856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E753F8-1E0A-4AEE-CEA4-4A6663147DCA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продаж по категориям заказов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DED647-D333-568A-60ED-22CCDA0DA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730" y="1695208"/>
            <a:ext cx="5414681" cy="34675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F2A0DC-6004-B452-01E2-3983BC1B3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89" y="1695207"/>
            <a:ext cx="5217458" cy="294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45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D7448D9-622E-C755-356B-A6B3454C6BFF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продаж по категориям заказов</a:t>
            </a:r>
            <a:endParaRPr lang="ru-RU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5F3F44F-2FEA-1965-84E7-00B6F68B3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53" y="699248"/>
            <a:ext cx="5737411" cy="476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264B0650-C947-1814-D47C-2BF4991A2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564" y="699247"/>
            <a:ext cx="5719483" cy="4195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82BDED-D8A3-0A79-C626-14BA1FC66ACC}"/>
              </a:ext>
            </a:extLst>
          </p:cNvPr>
          <p:cNvSpPr/>
          <p:nvPr/>
        </p:nvSpPr>
        <p:spPr>
          <a:xfrm>
            <a:off x="0" y="5468472"/>
            <a:ext cx="12192000" cy="1389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 Technology является лидером по выручке (272 тыс. у.е., 37.1% от общего объёма) с наименьшим количеством заказов (526), высоким средним чеком (~ 517 у.е.) и имеет стратегическую значимость  для дохода.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458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D8A74A2-C641-3666-D3BF-BD2D5A125465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продаж по городам (штатам)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24A716-E74B-3A26-6FF2-D064F39F2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40" y="699246"/>
            <a:ext cx="5056095" cy="615875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3DF1F9-38A0-6A79-6C9B-68F802E2A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249" y="699247"/>
            <a:ext cx="5056094" cy="615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33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4C2EDB-C7AE-DE50-91A7-FBC164709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0258"/>
            <a:ext cx="9126071" cy="54102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787D4E-4805-1629-566E-4898F9AA2ABE}"/>
              </a:ext>
            </a:extLst>
          </p:cNvPr>
          <p:cNvSpPr/>
          <p:nvPr/>
        </p:nvSpPr>
        <p:spPr>
          <a:xfrm>
            <a:off x="9359153" y="699247"/>
            <a:ext cx="2832847" cy="6158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штатов по выручке показывает, что Калифорния доминирует (около 20% от общей выручки), за ней следуют Нью-Йорк и Вашингтон, что коррелирует с высокой плотностью населения и деловой активностью в этих регионах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EB0DD58-338E-92EF-D638-EDD1C3607737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продаж по городам (штатам)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2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9F0F14-35DC-9BF3-C693-44333F36CA82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самых популярных товаров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252F95-53DA-6C75-8028-098500B68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265" y="699246"/>
            <a:ext cx="6190735" cy="61587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68E74A-A959-87A8-DA29-6BFE71D17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246"/>
            <a:ext cx="5842001" cy="615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3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4B93123-D8AF-744C-6742-E5C127220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2331"/>
            <a:ext cx="6096000" cy="433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D3CF672-CC33-51BB-F565-D8F083B6C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932331"/>
            <a:ext cx="6095999" cy="433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B334BE-44AC-12B5-45DD-5646DDE0DD74}"/>
              </a:ext>
            </a:extLst>
          </p:cNvPr>
          <p:cNvSpPr/>
          <p:nvPr/>
        </p:nvSpPr>
        <p:spPr>
          <a:xfrm>
            <a:off x="0" y="5038164"/>
            <a:ext cx="12191998" cy="1819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 — драйвер прибыли, канцелярия — драйвер лояльности — категория Technology обеспечивает 37% выручки при наименьшем числе заказов (средний чек 517 у.е.), тогда как Office </a:t>
            </a:r>
            <a:r>
              <a:rPr lang="ru-RU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Supplies</a:t>
            </a: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формирует 56% всех заказов, но лишь 34% выручки (средний чек 194у.е.)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31B0D71-10FE-A3B3-734E-47BEF758B230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самых популярных товаров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8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BD1DD1-7771-5D79-5908-3A8827F54B19}"/>
              </a:ext>
            </a:extLst>
          </p:cNvPr>
          <p:cNvSpPr/>
          <p:nvPr/>
        </p:nvSpPr>
        <p:spPr>
          <a:xfrm>
            <a:off x="0" y="0"/>
            <a:ext cx="12192000" cy="6992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продаж внутри категорий</a:t>
            </a:r>
            <a:endParaRPr lang="ru-RU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2B13BB4-BE1D-315C-3168-396D020B1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9247"/>
            <a:ext cx="9251576" cy="615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1ABD48-6B02-ED7A-77FB-0713796166AA}"/>
              </a:ext>
            </a:extLst>
          </p:cNvPr>
          <p:cNvSpPr/>
          <p:nvPr/>
        </p:nvSpPr>
        <p:spPr>
          <a:xfrm>
            <a:off x="9359153" y="699247"/>
            <a:ext cx="2832847" cy="6158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Калифорния лидирует по продажам во всех трёх категориях, демонстрируя сбалансированный спрос. В Нью-Йорке и Вашингтоне доминирует Technology (по ~46% выручки), тогда как в Техасе и Флориде выше доля </a:t>
            </a:r>
            <a:r>
              <a:rPr lang="ru-RU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Furniture</a:t>
            </a: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(33–40%), что отражает региональные особенности потребления.</a:t>
            </a:r>
          </a:p>
        </p:txBody>
      </p:sp>
    </p:spTree>
    <p:extLst>
      <p:ext uri="{BB962C8B-B14F-4D97-AF65-F5344CB8AC3E}">
        <p14:creationId xmlns:p14="http://schemas.microsoft.com/office/powerpoint/2010/main" val="529621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A7443-B964-8A64-7D88-3CADED62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B25EEA5-4CCE-02D9-5775-A825007191F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E2C0"/>
              </a:clrFrom>
              <a:clrTo>
                <a:srgbClr val="FFE2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5C89E0-6871-19F2-0CC5-73267ED5A295}"/>
              </a:ext>
            </a:extLst>
          </p:cNvPr>
          <p:cNvSpPr/>
          <p:nvPr/>
        </p:nvSpPr>
        <p:spPr>
          <a:xfrm>
            <a:off x="0" y="0"/>
            <a:ext cx="6293224" cy="39265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800" b="1" i="1" dirty="0">
                <a:ln w="0"/>
                <a:solidFill>
                  <a:srgbClr val="00FFFF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D46C84-7AE8-570F-B9F7-8288B8974C5A}"/>
              </a:ext>
            </a:extLst>
          </p:cNvPr>
          <p:cNvSpPr/>
          <p:nvPr/>
        </p:nvSpPr>
        <p:spPr>
          <a:xfrm>
            <a:off x="0" y="6035963"/>
            <a:ext cx="3146612" cy="8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Коробкова Мария</a:t>
            </a:r>
          </a:p>
          <a:p>
            <a:pPr algn="ctr"/>
            <a:r>
              <a:rPr lang="en-US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maria.vesna79@gmail.com</a:t>
            </a: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69208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303</Words>
  <Application>Microsoft Office PowerPoint</Application>
  <PresentationFormat>Широкоэкранный</PresentationFormat>
  <Paragraphs>28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zolotay79@gmail.com</dc:creator>
  <cp:lastModifiedBy>zolotay79@gmail.com</cp:lastModifiedBy>
  <cp:revision>2</cp:revision>
  <dcterms:created xsi:type="dcterms:W3CDTF">2026-02-19T18:19:39Z</dcterms:created>
  <dcterms:modified xsi:type="dcterms:W3CDTF">2026-02-22T10:32:42Z</dcterms:modified>
</cp:coreProperties>
</file>